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33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Civic Eye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Pratyukt Nag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2210990679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49469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8A8330-91D1-9F5E-1446-B9A64DA0F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40820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960EDA-2DF7-41CA-C497-8EA49A631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object 4"/>
          <p:cNvSpPr txBox="1"/>
          <p:nvPr/>
        </p:nvSpPr>
        <p:spPr>
          <a:xfrm>
            <a:off x="334349" y="1657130"/>
            <a:ext cx="4404704" cy="326884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Digital Solution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Eye transforms grievance redressal with a centralized web platform.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Complaint Management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citizens to easily submit, track, and receive updates on complaints.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for Stakeholders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dashboards for citizens, department officers, and administrators ensure secure and efficient operations.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Transparency &amp; Accountability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updates and audit logs promote responsible complaint resolution.</a:t>
            </a: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6254" y="1428530"/>
            <a:ext cx="3501789" cy="39076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/>
          </p:cNvSpPr>
          <p:nvPr/>
        </p:nvSpPr>
        <p:spPr>
          <a:xfrm>
            <a:off x="897058" y="159794"/>
            <a:ext cx="4809150" cy="545021"/>
          </a:xfrm>
          <a:prstGeom prst="rect">
            <a:avLst/>
          </a:prstGeom>
        </p:spPr>
        <p:txBody>
          <a:bodyPr vert="horz" wrap="square" lIns="0" tIns="9525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" marR="2540">
              <a:lnSpc>
                <a:spcPts val="3500"/>
              </a:lnSpc>
              <a:spcBef>
                <a:spcPts val="750"/>
              </a:spcBef>
            </a:pPr>
            <a:r>
              <a:rPr lang="en-IN" sz="3500" spc="-5" dirty="0"/>
              <a:t>Identifying</a:t>
            </a:r>
            <a:r>
              <a:rPr lang="en-IN" sz="3500" spc="-130" dirty="0"/>
              <a:t> </a:t>
            </a:r>
            <a:r>
              <a:rPr lang="en-IN" sz="3500" spc="-13" dirty="0"/>
              <a:t>the </a:t>
            </a:r>
            <a:r>
              <a:rPr lang="en-IN" sz="3500" spc="-10" dirty="0"/>
              <a:t>Problem</a:t>
            </a:r>
            <a:endParaRPr lang="en-IN" sz="3500" dirty="0"/>
          </a:p>
        </p:txBody>
      </p:sp>
      <p:sp>
        <p:nvSpPr>
          <p:cNvPr id="4" name="object 4"/>
          <p:cNvSpPr txBox="1"/>
          <p:nvPr/>
        </p:nvSpPr>
        <p:spPr>
          <a:xfrm>
            <a:off x="244743" y="1834332"/>
            <a:ext cx="4432765" cy="2973891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Grievance Handling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lead to delayed responses and inefficient complaint resolution.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face difficulty tracking complaint status and updates.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Accountability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oversight results in unresolved issues and weak departmental responsibility.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Centralized Solution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platform can streamline grievance management and enhance efficiency.</a:t>
            </a:r>
          </a:p>
          <a:p>
            <a:pPr marL="6350">
              <a:spcBef>
                <a:spcPts val="50"/>
              </a:spcBef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97315" y="1402558"/>
            <a:ext cx="3582418" cy="390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9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73573E-F161-7DF3-6AE7-81A457205CA9}"/>
              </a:ext>
            </a:extLst>
          </p:cNvPr>
          <p:cNvSpPr txBox="1"/>
          <p:nvPr/>
        </p:nvSpPr>
        <p:spPr>
          <a:xfrm>
            <a:off x="96716" y="175846"/>
            <a:ext cx="6093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spc="-43" dirty="0"/>
              <a:t>System</a:t>
            </a:r>
            <a:r>
              <a:rPr lang="en-IN" sz="3200" spc="-1015" dirty="0"/>
              <a:t>      </a:t>
            </a:r>
            <a:r>
              <a:rPr lang="en-IN" sz="3200" spc="-1015" dirty="0" err="1"/>
              <a:t>A</a:t>
            </a:r>
            <a:r>
              <a:rPr lang="en-IN" sz="3200" spc="-25" dirty="0" err="1"/>
              <a:t>rchitecture</a:t>
            </a:r>
            <a:r>
              <a:rPr lang="en-IN" sz="3200" dirty="0" err="1"/>
              <a:t>&amp;</a:t>
            </a:r>
            <a:r>
              <a:rPr lang="en-IN" sz="3200" spc="-428" dirty="0" err="1"/>
              <a:t>T</a:t>
            </a:r>
            <a:r>
              <a:rPr lang="en-IN" sz="3200" spc="-3" dirty="0" err="1"/>
              <a:t>echnology</a:t>
            </a:r>
            <a:endParaRPr lang="en-IN" sz="3200" dirty="0"/>
          </a:p>
        </p:txBody>
      </p:sp>
      <p:grpSp>
        <p:nvGrpSpPr>
          <p:cNvPr id="6" name="object 6"/>
          <p:cNvGrpSpPr/>
          <p:nvPr/>
        </p:nvGrpSpPr>
        <p:grpSpPr>
          <a:xfrm>
            <a:off x="453070" y="3528417"/>
            <a:ext cx="8240713" cy="233363"/>
            <a:chOff x="906139" y="5342333"/>
            <a:chExt cx="16481425" cy="466725"/>
          </a:xfrm>
        </p:grpSpPr>
        <p:sp>
          <p:nvSpPr>
            <p:cNvPr id="7" name="object 7"/>
            <p:cNvSpPr/>
            <p:nvPr/>
          </p:nvSpPr>
          <p:spPr>
            <a:xfrm>
              <a:off x="906139" y="5572004"/>
              <a:ext cx="16481425" cy="0"/>
            </a:xfrm>
            <a:custGeom>
              <a:avLst/>
              <a:gdLst/>
              <a:ahLst/>
              <a:cxnLst/>
              <a:rect l="l" t="t" r="r" b="b"/>
              <a:pathLst>
                <a:path w="16481425">
                  <a:moveTo>
                    <a:pt x="0" y="0"/>
                  </a:moveTo>
                  <a:lnTo>
                    <a:pt x="16480802" y="0"/>
                  </a:lnTo>
                </a:path>
              </a:pathLst>
            </a:custGeom>
            <a:ln w="19050">
              <a:solidFill>
                <a:srgbClr val="402626"/>
              </a:solidFill>
            </a:ln>
          </p:spPr>
          <p:txBody>
            <a:bodyPr wrap="square" lIns="0" tIns="0" rIns="0" bIns="0" rtlCol="0"/>
            <a:lstStyle/>
            <a:p>
              <a:endParaRPr sz="900"/>
            </a:p>
          </p:txBody>
        </p:sp>
        <p:sp>
          <p:nvSpPr>
            <p:cNvPr id="8" name="object 8"/>
            <p:cNvSpPr/>
            <p:nvPr/>
          </p:nvSpPr>
          <p:spPr>
            <a:xfrm>
              <a:off x="13298686" y="5414841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60096" y="0"/>
                  </a:moveTo>
                  <a:lnTo>
                    <a:pt x="109493" y="8161"/>
                  </a:lnTo>
                  <a:lnTo>
                    <a:pt x="65546" y="30889"/>
                  </a:lnTo>
                  <a:lnTo>
                    <a:pt x="30889" y="65546"/>
                  </a:lnTo>
                  <a:lnTo>
                    <a:pt x="8161" y="109493"/>
                  </a:lnTo>
                  <a:lnTo>
                    <a:pt x="0" y="160096"/>
                  </a:lnTo>
                  <a:lnTo>
                    <a:pt x="8161" y="210698"/>
                  </a:lnTo>
                  <a:lnTo>
                    <a:pt x="30889" y="254646"/>
                  </a:lnTo>
                  <a:lnTo>
                    <a:pt x="65546" y="289302"/>
                  </a:lnTo>
                  <a:lnTo>
                    <a:pt x="109493" y="312030"/>
                  </a:lnTo>
                  <a:lnTo>
                    <a:pt x="160096" y="320192"/>
                  </a:lnTo>
                  <a:lnTo>
                    <a:pt x="210698" y="312030"/>
                  </a:lnTo>
                  <a:lnTo>
                    <a:pt x="254646" y="289302"/>
                  </a:lnTo>
                  <a:lnTo>
                    <a:pt x="289302" y="254646"/>
                  </a:lnTo>
                  <a:lnTo>
                    <a:pt x="312030" y="210698"/>
                  </a:lnTo>
                  <a:lnTo>
                    <a:pt x="320192" y="160096"/>
                  </a:lnTo>
                  <a:lnTo>
                    <a:pt x="312030" y="109493"/>
                  </a:lnTo>
                  <a:lnTo>
                    <a:pt x="289302" y="65546"/>
                  </a:lnTo>
                  <a:lnTo>
                    <a:pt x="254646" y="30889"/>
                  </a:lnTo>
                  <a:lnTo>
                    <a:pt x="210698" y="8161"/>
                  </a:lnTo>
                  <a:lnTo>
                    <a:pt x="160096" y="0"/>
                  </a:lnTo>
                  <a:close/>
                </a:path>
              </a:pathLst>
            </a:custGeom>
            <a:solidFill>
              <a:srgbClr val="FF3B53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26175" y="5342333"/>
              <a:ext cx="466725" cy="4667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76690" y="5414841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60096" y="0"/>
                  </a:moveTo>
                  <a:lnTo>
                    <a:pt x="109493" y="8161"/>
                  </a:lnTo>
                  <a:lnTo>
                    <a:pt x="65546" y="30889"/>
                  </a:lnTo>
                  <a:lnTo>
                    <a:pt x="30889" y="65546"/>
                  </a:lnTo>
                  <a:lnTo>
                    <a:pt x="8161" y="109493"/>
                  </a:lnTo>
                  <a:lnTo>
                    <a:pt x="0" y="160096"/>
                  </a:lnTo>
                  <a:lnTo>
                    <a:pt x="8161" y="210698"/>
                  </a:lnTo>
                  <a:lnTo>
                    <a:pt x="30889" y="254646"/>
                  </a:lnTo>
                  <a:lnTo>
                    <a:pt x="65546" y="289302"/>
                  </a:lnTo>
                  <a:lnTo>
                    <a:pt x="109493" y="312030"/>
                  </a:lnTo>
                  <a:lnTo>
                    <a:pt x="160096" y="320192"/>
                  </a:lnTo>
                  <a:lnTo>
                    <a:pt x="210698" y="312030"/>
                  </a:lnTo>
                  <a:lnTo>
                    <a:pt x="254646" y="289302"/>
                  </a:lnTo>
                  <a:lnTo>
                    <a:pt x="289302" y="254646"/>
                  </a:lnTo>
                  <a:lnTo>
                    <a:pt x="312030" y="210698"/>
                  </a:lnTo>
                  <a:lnTo>
                    <a:pt x="320192" y="160096"/>
                  </a:lnTo>
                  <a:lnTo>
                    <a:pt x="312030" y="109493"/>
                  </a:lnTo>
                  <a:lnTo>
                    <a:pt x="289302" y="65546"/>
                  </a:lnTo>
                  <a:lnTo>
                    <a:pt x="254646" y="30889"/>
                  </a:lnTo>
                  <a:lnTo>
                    <a:pt x="210698" y="8161"/>
                  </a:lnTo>
                  <a:lnTo>
                    <a:pt x="160096" y="0"/>
                  </a:lnTo>
                  <a:close/>
                </a:path>
              </a:pathLst>
            </a:custGeom>
            <a:solidFill>
              <a:srgbClr val="FF3B53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4182" y="5342333"/>
              <a:ext cx="466725" cy="4667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54696" y="5414841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60096" y="0"/>
                  </a:moveTo>
                  <a:lnTo>
                    <a:pt x="109493" y="8161"/>
                  </a:lnTo>
                  <a:lnTo>
                    <a:pt x="65546" y="30889"/>
                  </a:lnTo>
                  <a:lnTo>
                    <a:pt x="30889" y="65546"/>
                  </a:lnTo>
                  <a:lnTo>
                    <a:pt x="8161" y="109493"/>
                  </a:lnTo>
                  <a:lnTo>
                    <a:pt x="0" y="160096"/>
                  </a:lnTo>
                  <a:lnTo>
                    <a:pt x="8161" y="210698"/>
                  </a:lnTo>
                  <a:lnTo>
                    <a:pt x="30889" y="254646"/>
                  </a:lnTo>
                  <a:lnTo>
                    <a:pt x="65546" y="289302"/>
                  </a:lnTo>
                  <a:lnTo>
                    <a:pt x="109493" y="312030"/>
                  </a:lnTo>
                  <a:lnTo>
                    <a:pt x="160096" y="320192"/>
                  </a:lnTo>
                  <a:lnTo>
                    <a:pt x="210698" y="312030"/>
                  </a:lnTo>
                  <a:lnTo>
                    <a:pt x="254646" y="289302"/>
                  </a:lnTo>
                  <a:lnTo>
                    <a:pt x="289302" y="254646"/>
                  </a:lnTo>
                  <a:lnTo>
                    <a:pt x="312030" y="210698"/>
                  </a:lnTo>
                  <a:lnTo>
                    <a:pt x="320192" y="160096"/>
                  </a:lnTo>
                  <a:lnTo>
                    <a:pt x="312030" y="109493"/>
                  </a:lnTo>
                  <a:lnTo>
                    <a:pt x="289302" y="65546"/>
                  </a:lnTo>
                  <a:lnTo>
                    <a:pt x="254646" y="30889"/>
                  </a:lnTo>
                  <a:lnTo>
                    <a:pt x="210698" y="8161"/>
                  </a:lnTo>
                  <a:lnTo>
                    <a:pt x="160096" y="0"/>
                  </a:lnTo>
                  <a:close/>
                </a:path>
              </a:pathLst>
            </a:custGeom>
            <a:solidFill>
              <a:srgbClr val="FF3B53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2186" y="5342333"/>
              <a:ext cx="466725" cy="4667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437688" y="5414841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60096" y="0"/>
                  </a:moveTo>
                  <a:lnTo>
                    <a:pt x="109493" y="8161"/>
                  </a:lnTo>
                  <a:lnTo>
                    <a:pt x="65546" y="30889"/>
                  </a:lnTo>
                  <a:lnTo>
                    <a:pt x="30889" y="65546"/>
                  </a:lnTo>
                  <a:lnTo>
                    <a:pt x="8161" y="109493"/>
                  </a:lnTo>
                  <a:lnTo>
                    <a:pt x="0" y="160096"/>
                  </a:lnTo>
                  <a:lnTo>
                    <a:pt x="8161" y="210698"/>
                  </a:lnTo>
                  <a:lnTo>
                    <a:pt x="30889" y="254646"/>
                  </a:lnTo>
                  <a:lnTo>
                    <a:pt x="65546" y="289302"/>
                  </a:lnTo>
                  <a:lnTo>
                    <a:pt x="109493" y="312030"/>
                  </a:lnTo>
                  <a:lnTo>
                    <a:pt x="160096" y="320192"/>
                  </a:lnTo>
                  <a:lnTo>
                    <a:pt x="210698" y="312030"/>
                  </a:lnTo>
                  <a:lnTo>
                    <a:pt x="254646" y="289302"/>
                  </a:lnTo>
                  <a:lnTo>
                    <a:pt x="289302" y="254646"/>
                  </a:lnTo>
                  <a:lnTo>
                    <a:pt x="312030" y="210698"/>
                  </a:lnTo>
                  <a:lnTo>
                    <a:pt x="320192" y="160096"/>
                  </a:lnTo>
                  <a:lnTo>
                    <a:pt x="312030" y="109493"/>
                  </a:lnTo>
                  <a:lnTo>
                    <a:pt x="289302" y="65546"/>
                  </a:lnTo>
                  <a:lnTo>
                    <a:pt x="254646" y="30889"/>
                  </a:lnTo>
                  <a:lnTo>
                    <a:pt x="210698" y="8161"/>
                  </a:lnTo>
                  <a:lnTo>
                    <a:pt x="160096" y="0"/>
                  </a:lnTo>
                  <a:close/>
                </a:path>
              </a:pathLst>
            </a:custGeom>
            <a:solidFill>
              <a:srgbClr val="FF3B53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5178" y="5342333"/>
              <a:ext cx="466725" cy="4667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15694" y="5414841"/>
              <a:ext cx="320675" cy="320675"/>
            </a:xfrm>
            <a:custGeom>
              <a:avLst/>
              <a:gdLst/>
              <a:ahLst/>
              <a:cxnLst/>
              <a:rect l="l" t="t" r="r" b="b"/>
              <a:pathLst>
                <a:path w="320675" h="320675">
                  <a:moveTo>
                    <a:pt x="160096" y="0"/>
                  </a:moveTo>
                  <a:lnTo>
                    <a:pt x="109493" y="8161"/>
                  </a:lnTo>
                  <a:lnTo>
                    <a:pt x="65546" y="30889"/>
                  </a:lnTo>
                  <a:lnTo>
                    <a:pt x="30889" y="65546"/>
                  </a:lnTo>
                  <a:lnTo>
                    <a:pt x="8161" y="109493"/>
                  </a:lnTo>
                  <a:lnTo>
                    <a:pt x="0" y="160096"/>
                  </a:lnTo>
                  <a:lnTo>
                    <a:pt x="8161" y="210698"/>
                  </a:lnTo>
                  <a:lnTo>
                    <a:pt x="30889" y="254646"/>
                  </a:lnTo>
                  <a:lnTo>
                    <a:pt x="65546" y="289302"/>
                  </a:lnTo>
                  <a:lnTo>
                    <a:pt x="109493" y="312030"/>
                  </a:lnTo>
                  <a:lnTo>
                    <a:pt x="160096" y="320192"/>
                  </a:lnTo>
                  <a:lnTo>
                    <a:pt x="210698" y="312030"/>
                  </a:lnTo>
                  <a:lnTo>
                    <a:pt x="254646" y="289302"/>
                  </a:lnTo>
                  <a:lnTo>
                    <a:pt x="289302" y="254646"/>
                  </a:lnTo>
                  <a:lnTo>
                    <a:pt x="312030" y="210698"/>
                  </a:lnTo>
                  <a:lnTo>
                    <a:pt x="320192" y="160096"/>
                  </a:lnTo>
                  <a:lnTo>
                    <a:pt x="312030" y="109493"/>
                  </a:lnTo>
                  <a:lnTo>
                    <a:pt x="289302" y="65546"/>
                  </a:lnTo>
                  <a:lnTo>
                    <a:pt x="254646" y="30889"/>
                  </a:lnTo>
                  <a:lnTo>
                    <a:pt x="210698" y="8161"/>
                  </a:lnTo>
                  <a:lnTo>
                    <a:pt x="160096" y="0"/>
                  </a:lnTo>
                  <a:close/>
                </a:path>
              </a:pathLst>
            </a:custGeom>
            <a:solidFill>
              <a:srgbClr val="FF3B53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184" y="5342333"/>
              <a:ext cx="466725" cy="46672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321593" y="2054998"/>
            <a:ext cx="1862138" cy="9964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1400" b="1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sz="1400" b="1" spc="-7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2540">
              <a:spcBef>
                <a:spcPts val="1000"/>
              </a:spcBef>
            </a:pP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3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secu</a:t>
            </a:r>
            <a:r>
              <a:rPr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99014" y="2054998"/>
            <a:ext cx="1556703" cy="9964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sz="1400" b="1" spc="-7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2540">
              <a:spcBef>
                <a:spcPts val="1000"/>
              </a:spcBef>
            </a:pP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Neon/Aiven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scalable,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cloud-hosted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188" y="3996985"/>
            <a:ext cx="1757998" cy="9964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400" b="1" spc="-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ontend</a:t>
            </a:r>
            <a:r>
              <a:rPr sz="1400" b="1" spc="-7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2540">
              <a:spcBef>
                <a:spcPts val="1000"/>
              </a:spcBef>
            </a:pP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modula</a:t>
            </a:r>
            <a:r>
              <a:rPr sz="1400" spc="-10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88346" y="3996985"/>
            <a:ext cx="1820545" cy="9964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lang="en-IN" sz="1400" b="1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1400" b="1" spc="-7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2540">
              <a:spcBef>
                <a:spcPts val="1000"/>
              </a:spcBef>
            </a:pPr>
            <a:r>
              <a:rPr lang="en-IN"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en-IN"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</a:t>
            </a:r>
            <a:r>
              <a:rPr lang="en-IN"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</a:t>
            </a:r>
            <a:r>
              <a:rPr lang="en-IN"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obust, </a:t>
            </a:r>
            <a:r>
              <a:rPr lang="en-IN"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elational</a:t>
            </a:r>
            <a:r>
              <a:rPr lang="en-IN"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9513" y="3996985"/>
            <a:ext cx="1806893" cy="996427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1400" b="1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  <a:r>
              <a:rPr sz="1400" b="1" spc="-72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" marR="2540">
              <a:spcBef>
                <a:spcPts val="1000"/>
              </a:spcBef>
            </a:pPr>
            <a:r>
              <a:rPr sz="1400" spc="-1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Render/Vercel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sz="1400" spc="-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05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A57882-651D-C41A-93D4-5AE03AE50CCE}"/>
              </a:ext>
            </a:extLst>
          </p:cNvPr>
          <p:cNvSpPr txBox="1"/>
          <p:nvPr/>
        </p:nvSpPr>
        <p:spPr>
          <a:xfrm>
            <a:off x="290147" y="131858"/>
            <a:ext cx="55919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spc="-23" dirty="0"/>
              <a:t>Key</a:t>
            </a:r>
            <a:r>
              <a:rPr lang="en-IN" sz="3600" spc="-907" dirty="0"/>
              <a:t> </a:t>
            </a:r>
            <a:r>
              <a:rPr lang="en-IN" sz="3600" spc="-18" dirty="0"/>
              <a:t>Features</a:t>
            </a:r>
            <a:r>
              <a:rPr lang="en-IN" sz="3600" spc="-907" dirty="0"/>
              <a:t> </a:t>
            </a:r>
            <a:r>
              <a:rPr lang="en-IN" sz="3600" spc="678" dirty="0"/>
              <a:t>&amp;</a:t>
            </a:r>
            <a:r>
              <a:rPr lang="en-IN" sz="3600" spc="-907" dirty="0"/>
              <a:t> </a:t>
            </a:r>
            <a:r>
              <a:rPr lang="en-IN" sz="3600" dirty="0"/>
              <a:t>Modules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47" y="1349052"/>
            <a:ext cx="3967163" cy="16906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7136" y="1895909"/>
            <a:ext cx="3211830" cy="107593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Structured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3" dirty="0">
                <a:solidFill>
                  <a:srgbClr val="402626"/>
                </a:solidFill>
                <a:latin typeface="Century Gothic Pro"/>
                <a:cs typeface="Century Gothic Pro"/>
              </a:rPr>
              <a:t>Role-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Based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Access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Distinct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roles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for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Citizens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Department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Oﬃcers,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Super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Administrators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ensu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secu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eﬃcient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operations.</a:t>
            </a:r>
            <a:endParaRPr sz="1400" dirty="0">
              <a:latin typeface="Century Gothic Pro"/>
              <a:cs typeface="Century Gothic Pr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83265" y="1471587"/>
            <a:ext cx="338138" cy="303213"/>
            <a:chOff x="1571085" y="2818452"/>
            <a:chExt cx="676275" cy="606425"/>
          </a:xfrm>
        </p:grpSpPr>
        <p:sp>
          <p:nvSpPr>
            <p:cNvPr id="27" name="object 27"/>
            <p:cNvSpPr/>
            <p:nvPr/>
          </p:nvSpPr>
          <p:spPr>
            <a:xfrm>
              <a:off x="1571078" y="2818459"/>
              <a:ext cx="513080" cy="606425"/>
            </a:xfrm>
            <a:custGeom>
              <a:avLst/>
              <a:gdLst/>
              <a:ahLst/>
              <a:cxnLst/>
              <a:rect l="l" t="t" r="r" b="b"/>
              <a:pathLst>
                <a:path w="513080" h="606425">
                  <a:moveTo>
                    <a:pt x="69964" y="424967"/>
                  </a:moveTo>
                  <a:lnTo>
                    <a:pt x="64744" y="419747"/>
                  </a:lnTo>
                  <a:lnTo>
                    <a:pt x="51866" y="419747"/>
                  </a:lnTo>
                  <a:lnTo>
                    <a:pt x="46647" y="424967"/>
                  </a:lnTo>
                  <a:lnTo>
                    <a:pt x="46647" y="437845"/>
                  </a:lnTo>
                  <a:lnTo>
                    <a:pt x="51866" y="443064"/>
                  </a:lnTo>
                  <a:lnTo>
                    <a:pt x="64744" y="443064"/>
                  </a:lnTo>
                  <a:lnTo>
                    <a:pt x="69964" y="437845"/>
                  </a:lnTo>
                  <a:lnTo>
                    <a:pt x="69964" y="431406"/>
                  </a:lnTo>
                  <a:lnTo>
                    <a:pt x="69964" y="424967"/>
                  </a:lnTo>
                  <a:close/>
                </a:path>
                <a:path w="513080" h="606425">
                  <a:moveTo>
                    <a:pt x="256514" y="513016"/>
                  </a:moveTo>
                  <a:lnTo>
                    <a:pt x="46647" y="513016"/>
                  </a:lnTo>
                  <a:lnTo>
                    <a:pt x="46647" y="559650"/>
                  </a:lnTo>
                  <a:lnTo>
                    <a:pt x="256514" y="559650"/>
                  </a:lnTo>
                  <a:lnTo>
                    <a:pt x="256514" y="513016"/>
                  </a:lnTo>
                  <a:close/>
                </a:path>
                <a:path w="513080" h="606425">
                  <a:moveTo>
                    <a:pt x="303149" y="34975"/>
                  </a:moveTo>
                  <a:lnTo>
                    <a:pt x="300786" y="23317"/>
                  </a:lnTo>
                  <a:lnTo>
                    <a:pt x="300393" y="21374"/>
                  </a:lnTo>
                  <a:lnTo>
                    <a:pt x="292887" y="10261"/>
                  </a:lnTo>
                  <a:lnTo>
                    <a:pt x="281774" y="2755"/>
                  </a:lnTo>
                  <a:lnTo>
                    <a:pt x="279831" y="2362"/>
                  </a:lnTo>
                  <a:lnTo>
                    <a:pt x="279831" y="28536"/>
                  </a:lnTo>
                  <a:lnTo>
                    <a:pt x="279831" y="367893"/>
                  </a:lnTo>
                  <a:lnTo>
                    <a:pt x="279831" y="431406"/>
                  </a:lnTo>
                  <a:lnTo>
                    <a:pt x="279831" y="494919"/>
                  </a:lnTo>
                  <a:lnTo>
                    <a:pt x="279831" y="577761"/>
                  </a:lnTo>
                  <a:lnTo>
                    <a:pt x="274624" y="582980"/>
                  </a:lnTo>
                  <a:lnTo>
                    <a:pt x="28536" y="582980"/>
                  </a:lnTo>
                  <a:lnTo>
                    <a:pt x="23317" y="577761"/>
                  </a:lnTo>
                  <a:lnTo>
                    <a:pt x="23317" y="494919"/>
                  </a:lnTo>
                  <a:lnTo>
                    <a:pt x="28536" y="489699"/>
                  </a:lnTo>
                  <a:lnTo>
                    <a:pt x="274624" y="489699"/>
                  </a:lnTo>
                  <a:lnTo>
                    <a:pt x="279831" y="494919"/>
                  </a:lnTo>
                  <a:lnTo>
                    <a:pt x="279831" y="431406"/>
                  </a:lnTo>
                  <a:lnTo>
                    <a:pt x="277075" y="445008"/>
                  </a:lnTo>
                  <a:lnTo>
                    <a:pt x="269570" y="456120"/>
                  </a:lnTo>
                  <a:lnTo>
                    <a:pt x="258457" y="463626"/>
                  </a:lnTo>
                  <a:lnTo>
                    <a:pt x="244856" y="466382"/>
                  </a:lnTo>
                  <a:lnTo>
                    <a:pt x="231254" y="463626"/>
                  </a:lnTo>
                  <a:lnTo>
                    <a:pt x="220129" y="456120"/>
                  </a:lnTo>
                  <a:lnTo>
                    <a:pt x="212636" y="445008"/>
                  </a:lnTo>
                  <a:lnTo>
                    <a:pt x="209880" y="431406"/>
                  </a:lnTo>
                  <a:lnTo>
                    <a:pt x="212636" y="417804"/>
                  </a:lnTo>
                  <a:lnTo>
                    <a:pt x="220129" y="406679"/>
                  </a:lnTo>
                  <a:lnTo>
                    <a:pt x="231254" y="399186"/>
                  </a:lnTo>
                  <a:lnTo>
                    <a:pt x="244856" y="396430"/>
                  </a:lnTo>
                  <a:lnTo>
                    <a:pt x="258457" y="399186"/>
                  </a:lnTo>
                  <a:lnTo>
                    <a:pt x="269570" y="406679"/>
                  </a:lnTo>
                  <a:lnTo>
                    <a:pt x="277075" y="417804"/>
                  </a:lnTo>
                  <a:lnTo>
                    <a:pt x="279831" y="431406"/>
                  </a:lnTo>
                  <a:lnTo>
                    <a:pt x="279831" y="367893"/>
                  </a:lnTo>
                  <a:lnTo>
                    <a:pt x="274624" y="373100"/>
                  </a:lnTo>
                  <a:lnTo>
                    <a:pt x="93281" y="373100"/>
                  </a:lnTo>
                  <a:lnTo>
                    <a:pt x="93281" y="431406"/>
                  </a:lnTo>
                  <a:lnTo>
                    <a:pt x="90525" y="445008"/>
                  </a:lnTo>
                  <a:lnTo>
                    <a:pt x="83019" y="456120"/>
                  </a:lnTo>
                  <a:lnTo>
                    <a:pt x="71907" y="463626"/>
                  </a:lnTo>
                  <a:lnTo>
                    <a:pt x="58305" y="466382"/>
                  </a:lnTo>
                  <a:lnTo>
                    <a:pt x="44704" y="463626"/>
                  </a:lnTo>
                  <a:lnTo>
                    <a:pt x="33578" y="456120"/>
                  </a:lnTo>
                  <a:lnTo>
                    <a:pt x="26073" y="445008"/>
                  </a:lnTo>
                  <a:lnTo>
                    <a:pt x="23317" y="431406"/>
                  </a:lnTo>
                  <a:lnTo>
                    <a:pt x="26073" y="417804"/>
                  </a:lnTo>
                  <a:lnTo>
                    <a:pt x="33578" y="406679"/>
                  </a:lnTo>
                  <a:lnTo>
                    <a:pt x="44704" y="399186"/>
                  </a:lnTo>
                  <a:lnTo>
                    <a:pt x="58305" y="396430"/>
                  </a:lnTo>
                  <a:lnTo>
                    <a:pt x="71907" y="399186"/>
                  </a:lnTo>
                  <a:lnTo>
                    <a:pt x="83019" y="406679"/>
                  </a:lnTo>
                  <a:lnTo>
                    <a:pt x="90525" y="417804"/>
                  </a:lnTo>
                  <a:lnTo>
                    <a:pt x="93281" y="431406"/>
                  </a:lnTo>
                  <a:lnTo>
                    <a:pt x="93281" y="373100"/>
                  </a:lnTo>
                  <a:lnTo>
                    <a:pt x="28536" y="373100"/>
                  </a:lnTo>
                  <a:lnTo>
                    <a:pt x="23317" y="367893"/>
                  </a:lnTo>
                  <a:lnTo>
                    <a:pt x="23317" y="28536"/>
                  </a:lnTo>
                  <a:lnTo>
                    <a:pt x="28536" y="23317"/>
                  </a:lnTo>
                  <a:lnTo>
                    <a:pt x="274624" y="23317"/>
                  </a:lnTo>
                  <a:lnTo>
                    <a:pt x="279831" y="28536"/>
                  </a:lnTo>
                  <a:lnTo>
                    <a:pt x="279831" y="2362"/>
                  </a:lnTo>
                  <a:lnTo>
                    <a:pt x="268173" y="0"/>
                  </a:lnTo>
                  <a:lnTo>
                    <a:pt x="34975" y="0"/>
                  </a:lnTo>
                  <a:lnTo>
                    <a:pt x="21374" y="2755"/>
                  </a:lnTo>
                  <a:lnTo>
                    <a:pt x="10261" y="10261"/>
                  </a:lnTo>
                  <a:lnTo>
                    <a:pt x="2755" y="21374"/>
                  </a:lnTo>
                  <a:lnTo>
                    <a:pt x="0" y="34975"/>
                  </a:lnTo>
                  <a:lnTo>
                    <a:pt x="0" y="571322"/>
                  </a:lnTo>
                  <a:lnTo>
                    <a:pt x="2755" y="584923"/>
                  </a:lnTo>
                  <a:lnTo>
                    <a:pt x="10261" y="596036"/>
                  </a:lnTo>
                  <a:lnTo>
                    <a:pt x="21374" y="603542"/>
                  </a:lnTo>
                  <a:lnTo>
                    <a:pt x="34975" y="606298"/>
                  </a:lnTo>
                  <a:lnTo>
                    <a:pt x="268173" y="606298"/>
                  </a:lnTo>
                  <a:lnTo>
                    <a:pt x="281774" y="603542"/>
                  </a:lnTo>
                  <a:lnTo>
                    <a:pt x="292887" y="596036"/>
                  </a:lnTo>
                  <a:lnTo>
                    <a:pt x="300393" y="584923"/>
                  </a:lnTo>
                  <a:lnTo>
                    <a:pt x="300786" y="582980"/>
                  </a:lnTo>
                  <a:lnTo>
                    <a:pt x="303149" y="571322"/>
                  </a:lnTo>
                  <a:lnTo>
                    <a:pt x="303149" y="489699"/>
                  </a:lnTo>
                  <a:lnTo>
                    <a:pt x="303149" y="466382"/>
                  </a:lnTo>
                  <a:lnTo>
                    <a:pt x="303149" y="396430"/>
                  </a:lnTo>
                  <a:lnTo>
                    <a:pt x="303149" y="373100"/>
                  </a:lnTo>
                  <a:lnTo>
                    <a:pt x="303149" y="34975"/>
                  </a:lnTo>
                  <a:close/>
                </a:path>
                <a:path w="513080" h="606425">
                  <a:moveTo>
                    <a:pt x="408089" y="279819"/>
                  </a:moveTo>
                  <a:lnTo>
                    <a:pt x="384771" y="279819"/>
                  </a:lnTo>
                  <a:lnTo>
                    <a:pt x="384771" y="303136"/>
                  </a:lnTo>
                  <a:lnTo>
                    <a:pt x="408089" y="303136"/>
                  </a:lnTo>
                  <a:lnTo>
                    <a:pt x="408089" y="279819"/>
                  </a:lnTo>
                  <a:close/>
                </a:path>
                <a:path w="513080" h="606425">
                  <a:moveTo>
                    <a:pt x="408089" y="174891"/>
                  </a:moveTo>
                  <a:lnTo>
                    <a:pt x="384771" y="174891"/>
                  </a:lnTo>
                  <a:lnTo>
                    <a:pt x="384771" y="198208"/>
                  </a:lnTo>
                  <a:lnTo>
                    <a:pt x="408089" y="198208"/>
                  </a:lnTo>
                  <a:lnTo>
                    <a:pt x="408089" y="174891"/>
                  </a:lnTo>
                  <a:close/>
                </a:path>
                <a:path w="513080" h="606425">
                  <a:moveTo>
                    <a:pt x="408089" y="69951"/>
                  </a:moveTo>
                  <a:lnTo>
                    <a:pt x="384771" y="69951"/>
                  </a:lnTo>
                  <a:lnTo>
                    <a:pt x="384771" y="93268"/>
                  </a:lnTo>
                  <a:lnTo>
                    <a:pt x="408089" y="93268"/>
                  </a:lnTo>
                  <a:lnTo>
                    <a:pt x="408089" y="69951"/>
                  </a:lnTo>
                  <a:close/>
                </a:path>
                <a:path w="513080" h="606425">
                  <a:moveTo>
                    <a:pt x="513029" y="279819"/>
                  </a:moveTo>
                  <a:lnTo>
                    <a:pt x="489712" y="279819"/>
                  </a:lnTo>
                  <a:lnTo>
                    <a:pt x="489712" y="303136"/>
                  </a:lnTo>
                  <a:lnTo>
                    <a:pt x="513029" y="303136"/>
                  </a:lnTo>
                  <a:lnTo>
                    <a:pt x="513029" y="279819"/>
                  </a:lnTo>
                  <a:close/>
                </a:path>
                <a:path w="513080" h="606425">
                  <a:moveTo>
                    <a:pt x="513029" y="174891"/>
                  </a:moveTo>
                  <a:lnTo>
                    <a:pt x="489712" y="174891"/>
                  </a:lnTo>
                  <a:lnTo>
                    <a:pt x="489712" y="198208"/>
                  </a:lnTo>
                  <a:lnTo>
                    <a:pt x="513029" y="198208"/>
                  </a:lnTo>
                  <a:lnTo>
                    <a:pt x="513029" y="174891"/>
                  </a:lnTo>
                  <a:close/>
                </a:path>
                <a:path w="513080" h="606425">
                  <a:moveTo>
                    <a:pt x="513029" y="69951"/>
                  </a:moveTo>
                  <a:lnTo>
                    <a:pt x="489712" y="69951"/>
                  </a:lnTo>
                  <a:lnTo>
                    <a:pt x="489712" y="93268"/>
                  </a:lnTo>
                  <a:lnTo>
                    <a:pt x="513029" y="93268"/>
                  </a:lnTo>
                  <a:lnTo>
                    <a:pt x="513029" y="69951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690" y="2911732"/>
              <a:ext cx="69951" cy="6995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804282" y="3238199"/>
              <a:ext cx="23495" cy="23495"/>
            </a:xfrm>
            <a:custGeom>
              <a:avLst/>
              <a:gdLst/>
              <a:ahLst/>
              <a:cxnLst/>
              <a:rect l="l" t="t" r="r" b="b"/>
              <a:pathLst>
                <a:path w="23494" h="23495">
                  <a:moveTo>
                    <a:pt x="18097" y="0"/>
                  </a:moveTo>
                  <a:lnTo>
                    <a:pt x="5219" y="0"/>
                  </a:lnTo>
                  <a:lnTo>
                    <a:pt x="0" y="5219"/>
                  </a:lnTo>
                  <a:lnTo>
                    <a:pt x="0" y="18097"/>
                  </a:lnTo>
                  <a:lnTo>
                    <a:pt x="5219" y="23317"/>
                  </a:lnTo>
                  <a:lnTo>
                    <a:pt x="18097" y="23317"/>
                  </a:lnTo>
                  <a:lnTo>
                    <a:pt x="23317" y="18097"/>
                  </a:lnTo>
                  <a:lnTo>
                    <a:pt x="23317" y="11658"/>
                  </a:lnTo>
                  <a:lnTo>
                    <a:pt x="23317" y="5219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4362" y="3005010"/>
              <a:ext cx="116598" cy="11658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617726" y="2818459"/>
              <a:ext cx="629920" cy="606425"/>
            </a:xfrm>
            <a:custGeom>
              <a:avLst/>
              <a:gdLst/>
              <a:ahLst/>
              <a:cxnLst/>
              <a:rect l="l" t="t" r="r" b="b"/>
              <a:pathLst>
                <a:path w="629919" h="606425">
                  <a:moveTo>
                    <a:pt x="209867" y="46634"/>
                  </a:moveTo>
                  <a:lnTo>
                    <a:pt x="186550" y="46634"/>
                  </a:lnTo>
                  <a:lnTo>
                    <a:pt x="186550" y="244843"/>
                  </a:lnTo>
                  <a:lnTo>
                    <a:pt x="186550" y="321246"/>
                  </a:lnTo>
                  <a:lnTo>
                    <a:pt x="181343" y="326466"/>
                  </a:lnTo>
                  <a:lnTo>
                    <a:pt x="28536" y="326466"/>
                  </a:lnTo>
                  <a:lnTo>
                    <a:pt x="23317" y="321246"/>
                  </a:lnTo>
                  <a:lnTo>
                    <a:pt x="23317" y="244843"/>
                  </a:lnTo>
                  <a:lnTo>
                    <a:pt x="26517" y="222186"/>
                  </a:lnTo>
                  <a:lnTo>
                    <a:pt x="35534" y="201968"/>
                  </a:lnTo>
                  <a:lnTo>
                    <a:pt x="49466" y="185102"/>
                  </a:lnTo>
                  <a:lnTo>
                    <a:pt x="67386" y="172466"/>
                  </a:lnTo>
                  <a:lnTo>
                    <a:pt x="58826" y="163550"/>
                  </a:lnTo>
                  <a:lnTo>
                    <a:pt x="52285" y="153009"/>
                  </a:lnTo>
                  <a:lnTo>
                    <a:pt x="48094" y="141147"/>
                  </a:lnTo>
                  <a:lnTo>
                    <a:pt x="46621" y="128244"/>
                  </a:lnTo>
                  <a:lnTo>
                    <a:pt x="51219" y="105587"/>
                  </a:lnTo>
                  <a:lnTo>
                    <a:pt x="63728" y="87045"/>
                  </a:lnTo>
                  <a:lnTo>
                    <a:pt x="82257" y="74549"/>
                  </a:lnTo>
                  <a:lnTo>
                    <a:pt x="104940" y="69951"/>
                  </a:lnTo>
                  <a:lnTo>
                    <a:pt x="127596" y="74549"/>
                  </a:lnTo>
                  <a:lnTo>
                    <a:pt x="146138" y="87045"/>
                  </a:lnTo>
                  <a:lnTo>
                    <a:pt x="158635" y="105587"/>
                  </a:lnTo>
                  <a:lnTo>
                    <a:pt x="163233" y="128244"/>
                  </a:lnTo>
                  <a:lnTo>
                    <a:pt x="161759" y="141147"/>
                  </a:lnTo>
                  <a:lnTo>
                    <a:pt x="157568" y="153009"/>
                  </a:lnTo>
                  <a:lnTo>
                    <a:pt x="151028" y="163550"/>
                  </a:lnTo>
                  <a:lnTo>
                    <a:pt x="142494" y="172466"/>
                  </a:lnTo>
                  <a:lnTo>
                    <a:pt x="160401" y="185102"/>
                  </a:lnTo>
                  <a:lnTo>
                    <a:pt x="174320" y="201968"/>
                  </a:lnTo>
                  <a:lnTo>
                    <a:pt x="183337" y="222186"/>
                  </a:lnTo>
                  <a:lnTo>
                    <a:pt x="186550" y="244843"/>
                  </a:lnTo>
                  <a:lnTo>
                    <a:pt x="186550" y="46634"/>
                  </a:lnTo>
                  <a:lnTo>
                    <a:pt x="0" y="46634"/>
                  </a:lnTo>
                  <a:lnTo>
                    <a:pt x="0" y="349783"/>
                  </a:lnTo>
                  <a:lnTo>
                    <a:pt x="209867" y="349783"/>
                  </a:lnTo>
                  <a:lnTo>
                    <a:pt x="209867" y="326466"/>
                  </a:lnTo>
                  <a:lnTo>
                    <a:pt x="209867" y="69951"/>
                  </a:lnTo>
                  <a:lnTo>
                    <a:pt x="209867" y="46634"/>
                  </a:lnTo>
                  <a:close/>
                </a:path>
                <a:path w="629919" h="606425">
                  <a:moveTo>
                    <a:pt x="571322" y="279819"/>
                  </a:moveTo>
                  <a:lnTo>
                    <a:pt x="548005" y="279819"/>
                  </a:lnTo>
                  <a:lnTo>
                    <a:pt x="548005" y="303136"/>
                  </a:lnTo>
                  <a:lnTo>
                    <a:pt x="571322" y="303136"/>
                  </a:lnTo>
                  <a:lnTo>
                    <a:pt x="571322" y="279819"/>
                  </a:lnTo>
                  <a:close/>
                </a:path>
                <a:path w="629919" h="606425">
                  <a:moveTo>
                    <a:pt x="571322" y="174891"/>
                  </a:moveTo>
                  <a:lnTo>
                    <a:pt x="548005" y="174891"/>
                  </a:lnTo>
                  <a:lnTo>
                    <a:pt x="548005" y="198208"/>
                  </a:lnTo>
                  <a:lnTo>
                    <a:pt x="571322" y="198208"/>
                  </a:lnTo>
                  <a:lnTo>
                    <a:pt x="571322" y="174891"/>
                  </a:lnTo>
                  <a:close/>
                </a:path>
                <a:path w="629919" h="606425">
                  <a:moveTo>
                    <a:pt x="571322" y="69951"/>
                  </a:moveTo>
                  <a:lnTo>
                    <a:pt x="548005" y="69951"/>
                  </a:lnTo>
                  <a:lnTo>
                    <a:pt x="548005" y="93268"/>
                  </a:lnTo>
                  <a:lnTo>
                    <a:pt x="571322" y="93268"/>
                  </a:lnTo>
                  <a:lnTo>
                    <a:pt x="571322" y="69951"/>
                  </a:lnTo>
                  <a:close/>
                </a:path>
                <a:path w="629919" h="606425">
                  <a:moveTo>
                    <a:pt x="629615" y="34975"/>
                  </a:moveTo>
                  <a:lnTo>
                    <a:pt x="626859" y="21374"/>
                  </a:lnTo>
                  <a:lnTo>
                    <a:pt x="619353" y="10261"/>
                  </a:lnTo>
                  <a:lnTo>
                    <a:pt x="608228" y="2755"/>
                  </a:lnTo>
                  <a:lnTo>
                    <a:pt x="594639" y="0"/>
                  </a:lnTo>
                  <a:lnTo>
                    <a:pt x="594639" y="51854"/>
                  </a:lnTo>
                  <a:lnTo>
                    <a:pt x="594639" y="111379"/>
                  </a:lnTo>
                  <a:lnTo>
                    <a:pt x="594639" y="156781"/>
                  </a:lnTo>
                  <a:lnTo>
                    <a:pt x="594639" y="216319"/>
                  </a:lnTo>
                  <a:lnTo>
                    <a:pt x="594639" y="261721"/>
                  </a:lnTo>
                  <a:lnTo>
                    <a:pt x="594639" y="321259"/>
                  </a:lnTo>
                  <a:lnTo>
                    <a:pt x="589432" y="326466"/>
                  </a:lnTo>
                  <a:lnTo>
                    <a:pt x="536346" y="326466"/>
                  </a:lnTo>
                  <a:lnTo>
                    <a:pt x="536346" y="466382"/>
                  </a:lnTo>
                  <a:lnTo>
                    <a:pt x="536346" y="559663"/>
                  </a:lnTo>
                  <a:lnTo>
                    <a:pt x="513016" y="559663"/>
                  </a:lnTo>
                  <a:lnTo>
                    <a:pt x="513016" y="513029"/>
                  </a:lnTo>
                  <a:lnTo>
                    <a:pt x="513016" y="489699"/>
                  </a:lnTo>
                  <a:lnTo>
                    <a:pt x="513016" y="466382"/>
                  </a:lnTo>
                  <a:lnTo>
                    <a:pt x="508419" y="443712"/>
                  </a:lnTo>
                  <a:lnTo>
                    <a:pt x="500113" y="431406"/>
                  </a:lnTo>
                  <a:lnTo>
                    <a:pt x="495922" y="425183"/>
                  </a:lnTo>
                  <a:lnTo>
                    <a:pt x="489699" y="420992"/>
                  </a:lnTo>
                  <a:lnTo>
                    <a:pt x="489699" y="466382"/>
                  </a:lnTo>
                  <a:lnTo>
                    <a:pt x="489699" y="489699"/>
                  </a:lnTo>
                  <a:lnTo>
                    <a:pt x="489699" y="513029"/>
                  </a:lnTo>
                  <a:lnTo>
                    <a:pt x="489699" y="559663"/>
                  </a:lnTo>
                  <a:lnTo>
                    <a:pt x="466382" y="559663"/>
                  </a:lnTo>
                  <a:lnTo>
                    <a:pt x="466382" y="513029"/>
                  </a:lnTo>
                  <a:lnTo>
                    <a:pt x="489699" y="513029"/>
                  </a:lnTo>
                  <a:lnTo>
                    <a:pt x="489699" y="489699"/>
                  </a:lnTo>
                  <a:lnTo>
                    <a:pt x="466382" y="489699"/>
                  </a:lnTo>
                  <a:lnTo>
                    <a:pt x="466382" y="459943"/>
                  </a:lnTo>
                  <a:lnTo>
                    <a:pt x="461162" y="454723"/>
                  </a:lnTo>
                  <a:lnTo>
                    <a:pt x="448284" y="454723"/>
                  </a:lnTo>
                  <a:lnTo>
                    <a:pt x="443064" y="459943"/>
                  </a:lnTo>
                  <a:lnTo>
                    <a:pt x="443064" y="559663"/>
                  </a:lnTo>
                  <a:lnTo>
                    <a:pt x="419747" y="559663"/>
                  </a:lnTo>
                  <a:lnTo>
                    <a:pt x="419747" y="466382"/>
                  </a:lnTo>
                  <a:lnTo>
                    <a:pt x="422490" y="452780"/>
                  </a:lnTo>
                  <a:lnTo>
                    <a:pt x="429996" y="441667"/>
                  </a:lnTo>
                  <a:lnTo>
                    <a:pt x="441121" y="434162"/>
                  </a:lnTo>
                  <a:lnTo>
                    <a:pt x="454723" y="431406"/>
                  </a:lnTo>
                  <a:lnTo>
                    <a:pt x="468325" y="434162"/>
                  </a:lnTo>
                  <a:lnTo>
                    <a:pt x="479437" y="441667"/>
                  </a:lnTo>
                  <a:lnTo>
                    <a:pt x="486943" y="452780"/>
                  </a:lnTo>
                  <a:lnTo>
                    <a:pt x="489699" y="466382"/>
                  </a:lnTo>
                  <a:lnTo>
                    <a:pt x="489699" y="420992"/>
                  </a:lnTo>
                  <a:lnTo>
                    <a:pt x="477380" y="412673"/>
                  </a:lnTo>
                  <a:lnTo>
                    <a:pt x="454723" y="408089"/>
                  </a:lnTo>
                  <a:lnTo>
                    <a:pt x="432054" y="412673"/>
                  </a:lnTo>
                  <a:lnTo>
                    <a:pt x="413512" y="425183"/>
                  </a:lnTo>
                  <a:lnTo>
                    <a:pt x="401015" y="443712"/>
                  </a:lnTo>
                  <a:lnTo>
                    <a:pt x="396430" y="466382"/>
                  </a:lnTo>
                  <a:lnTo>
                    <a:pt x="396430" y="559663"/>
                  </a:lnTo>
                  <a:lnTo>
                    <a:pt x="373113" y="559663"/>
                  </a:lnTo>
                  <a:lnTo>
                    <a:pt x="373113" y="466382"/>
                  </a:lnTo>
                  <a:lnTo>
                    <a:pt x="379526" y="434644"/>
                  </a:lnTo>
                  <a:lnTo>
                    <a:pt x="397040" y="408698"/>
                  </a:lnTo>
                  <a:lnTo>
                    <a:pt x="422986" y="391198"/>
                  </a:lnTo>
                  <a:lnTo>
                    <a:pt x="454723" y="384771"/>
                  </a:lnTo>
                  <a:lnTo>
                    <a:pt x="486448" y="391198"/>
                  </a:lnTo>
                  <a:lnTo>
                    <a:pt x="512406" y="408698"/>
                  </a:lnTo>
                  <a:lnTo>
                    <a:pt x="529920" y="434644"/>
                  </a:lnTo>
                  <a:lnTo>
                    <a:pt x="536346" y="466382"/>
                  </a:lnTo>
                  <a:lnTo>
                    <a:pt x="536346" y="326466"/>
                  </a:lnTo>
                  <a:lnTo>
                    <a:pt x="529894" y="326466"/>
                  </a:lnTo>
                  <a:lnTo>
                    <a:pt x="524687" y="321259"/>
                  </a:lnTo>
                  <a:lnTo>
                    <a:pt x="524687" y="261721"/>
                  </a:lnTo>
                  <a:lnTo>
                    <a:pt x="529894" y="256514"/>
                  </a:lnTo>
                  <a:lnTo>
                    <a:pt x="589432" y="256514"/>
                  </a:lnTo>
                  <a:lnTo>
                    <a:pt x="594639" y="261721"/>
                  </a:lnTo>
                  <a:lnTo>
                    <a:pt x="594639" y="216319"/>
                  </a:lnTo>
                  <a:lnTo>
                    <a:pt x="589432" y="221526"/>
                  </a:lnTo>
                  <a:lnTo>
                    <a:pt x="529894" y="221526"/>
                  </a:lnTo>
                  <a:lnTo>
                    <a:pt x="524687" y="216319"/>
                  </a:lnTo>
                  <a:lnTo>
                    <a:pt x="524687" y="156781"/>
                  </a:lnTo>
                  <a:lnTo>
                    <a:pt x="529894" y="151574"/>
                  </a:lnTo>
                  <a:lnTo>
                    <a:pt x="589432" y="151574"/>
                  </a:lnTo>
                  <a:lnTo>
                    <a:pt x="594639" y="156781"/>
                  </a:lnTo>
                  <a:lnTo>
                    <a:pt x="594639" y="111379"/>
                  </a:lnTo>
                  <a:lnTo>
                    <a:pt x="589432" y="116598"/>
                  </a:lnTo>
                  <a:lnTo>
                    <a:pt x="529894" y="116598"/>
                  </a:lnTo>
                  <a:lnTo>
                    <a:pt x="524687" y="111379"/>
                  </a:lnTo>
                  <a:lnTo>
                    <a:pt x="524687" y="51854"/>
                  </a:lnTo>
                  <a:lnTo>
                    <a:pt x="529894" y="46634"/>
                  </a:lnTo>
                  <a:lnTo>
                    <a:pt x="589432" y="46634"/>
                  </a:lnTo>
                  <a:lnTo>
                    <a:pt x="594639" y="51854"/>
                  </a:lnTo>
                  <a:lnTo>
                    <a:pt x="594639" y="0"/>
                  </a:lnTo>
                  <a:lnTo>
                    <a:pt x="489699" y="0"/>
                  </a:lnTo>
                  <a:lnTo>
                    <a:pt x="489699" y="51854"/>
                  </a:lnTo>
                  <a:lnTo>
                    <a:pt x="489699" y="111379"/>
                  </a:lnTo>
                  <a:lnTo>
                    <a:pt x="489699" y="156781"/>
                  </a:lnTo>
                  <a:lnTo>
                    <a:pt x="489699" y="216319"/>
                  </a:lnTo>
                  <a:lnTo>
                    <a:pt x="489699" y="261721"/>
                  </a:lnTo>
                  <a:lnTo>
                    <a:pt x="489699" y="321259"/>
                  </a:lnTo>
                  <a:lnTo>
                    <a:pt x="484492" y="326466"/>
                  </a:lnTo>
                  <a:lnTo>
                    <a:pt x="424954" y="326466"/>
                  </a:lnTo>
                  <a:lnTo>
                    <a:pt x="419747" y="321259"/>
                  </a:lnTo>
                  <a:lnTo>
                    <a:pt x="419747" y="261721"/>
                  </a:lnTo>
                  <a:lnTo>
                    <a:pt x="424954" y="256514"/>
                  </a:lnTo>
                  <a:lnTo>
                    <a:pt x="484492" y="256514"/>
                  </a:lnTo>
                  <a:lnTo>
                    <a:pt x="489699" y="261721"/>
                  </a:lnTo>
                  <a:lnTo>
                    <a:pt x="489699" y="216319"/>
                  </a:lnTo>
                  <a:lnTo>
                    <a:pt x="484492" y="221526"/>
                  </a:lnTo>
                  <a:lnTo>
                    <a:pt x="424954" y="221526"/>
                  </a:lnTo>
                  <a:lnTo>
                    <a:pt x="419747" y="216319"/>
                  </a:lnTo>
                  <a:lnTo>
                    <a:pt x="419747" y="156781"/>
                  </a:lnTo>
                  <a:lnTo>
                    <a:pt x="424954" y="151574"/>
                  </a:lnTo>
                  <a:lnTo>
                    <a:pt x="484492" y="151574"/>
                  </a:lnTo>
                  <a:lnTo>
                    <a:pt x="489699" y="156781"/>
                  </a:lnTo>
                  <a:lnTo>
                    <a:pt x="489699" y="111379"/>
                  </a:lnTo>
                  <a:lnTo>
                    <a:pt x="484492" y="116598"/>
                  </a:lnTo>
                  <a:lnTo>
                    <a:pt x="424954" y="116598"/>
                  </a:lnTo>
                  <a:lnTo>
                    <a:pt x="419747" y="111379"/>
                  </a:lnTo>
                  <a:lnTo>
                    <a:pt x="419747" y="51854"/>
                  </a:lnTo>
                  <a:lnTo>
                    <a:pt x="424954" y="46634"/>
                  </a:lnTo>
                  <a:lnTo>
                    <a:pt x="484492" y="46634"/>
                  </a:lnTo>
                  <a:lnTo>
                    <a:pt x="489699" y="51854"/>
                  </a:lnTo>
                  <a:lnTo>
                    <a:pt x="489699" y="0"/>
                  </a:lnTo>
                  <a:lnTo>
                    <a:pt x="384771" y="0"/>
                  </a:lnTo>
                  <a:lnTo>
                    <a:pt x="384771" y="51854"/>
                  </a:lnTo>
                  <a:lnTo>
                    <a:pt x="384771" y="111379"/>
                  </a:lnTo>
                  <a:lnTo>
                    <a:pt x="384771" y="156781"/>
                  </a:lnTo>
                  <a:lnTo>
                    <a:pt x="384771" y="216319"/>
                  </a:lnTo>
                  <a:lnTo>
                    <a:pt x="384771" y="261721"/>
                  </a:lnTo>
                  <a:lnTo>
                    <a:pt x="384771" y="321259"/>
                  </a:lnTo>
                  <a:lnTo>
                    <a:pt x="379552" y="326466"/>
                  </a:lnTo>
                  <a:lnTo>
                    <a:pt x="373100" y="326466"/>
                  </a:lnTo>
                  <a:lnTo>
                    <a:pt x="373100" y="361454"/>
                  </a:lnTo>
                  <a:lnTo>
                    <a:pt x="373100" y="384771"/>
                  </a:lnTo>
                  <a:lnTo>
                    <a:pt x="349783" y="384771"/>
                  </a:lnTo>
                  <a:lnTo>
                    <a:pt x="349783" y="361454"/>
                  </a:lnTo>
                  <a:lnTo>
                    <a:pt x="373100" y="361454"/>
                  </a:lnTo>
                  <a:lnTo>
                    <a:pt x="373100" y="326466"/>
                  </a:lnTo>
                  <a:lnTo>
                    <a:pt x="326466" y="326466"/>
                  </a:lnTo>
                  <a:lnTo>
                    <a:pt x="326466" y="361454"/>
                  </a:lnTo>
                  <a:lnTo>
                    <a:pt x="326466" y="384771"/>
                  </a:lnTo>
                  <a:lnTo>
                    <a:pt x="303149" y="384771"/>
                  </a:lnTo>
                  <a:lnTo>
                    <a:pt x="303149" y="361454"/>
                  </a:lnTo>
                  <a:lnTo>
                    <a:pt x="326466" y="361454"/>
                  </a:lnTo>
                  <a:lnTo>
                    <a:pt x="326466" y="326466"/>
                  </a:lnTo>
                  <a:lnTo>
                    <a:pt x="320027" y="326466"/>
                  </a:lnTo>
                  <a:lnTo>
                    <a:pt x="314807" y="321259"/>
                  </a:lnTo>
                  <a:lnTo>
                    <a:pt x="314807" y="261721"/>
                  </a:lnTo>
                  <a:lnTo>
                    <a:pt x="320027" y="256514"/>
                  </a:lnTo>
                  <a:lnTo>
                    <a:pt x="379552" y="256514"/>
                  </a:lnTo>
                  <a:lnTo>
                    <a:pt x="384771" y="261721"/>
                  </a:lnTo>
                  <a:lnTo>
                    <a:pt x="384771" y="216319"/>
                  </a:lnTo>
                  <a:lnTo>
                    <a:pt x="379552" y="221526"/>
                  </a:lnTo>
                  <a:lnTo>
                    <a:pt x="320027" y="221526"/>
                  </a:lnTo>
                  <a:lnTo>
                    <a:pt x="314807" y="216319"/>
                  </a:lnTo>
                  <a:lnTo>
                    <a:pt x="314807" y="156781"/>
                  </a:lnTo>
                  <a:lnTo>
                    <a:pt x="320027" y="151574"/>
                  </a:lnTo>
                  <a:lnTo>
                    <a:pt x="379552" y="151574"/>
                  </a:lnTo>
                  <a:lnTo>
                    <a:pt x="384771" y="156781"/>
                  </a:lnTo>
                  <a:lnTo>
                    <a:pt x="384771" y="111379"/>
                  </a:lnTo>
                  <a:lnTo>
                    <a:pt x="379552" y="116598"/>
                  </a:lnTo>
                  <a:lnTo>
                    <a:pt x="320027" y="116598"/>
                  </a:lnTo>
                  <a:lnTo>
                    <a:pt x="314807" y="111379"/>
                  </a:lnTo>
                  <a:lnTo>
                    <a:pt x="314807" y="51854"/>
                  </a:lnTo>
                  <a:lnTo>
                    <a:pt x="320027" y="46634"/>
                  </a:lnTo>
                  <a:lnTo>
                    <a:pt x="379552" y="46634"/>
                  </a:lnTo>
                  <a:lnTo>
                    <a:pt x="384771" y="51854"/>
                  </a:lnTo>
                  <a:lnTo>
                    <a:pt x="384771" y="0"/>
                  </a:lnTo>
                  <a:lnTo>
                    <a:pt x="314807" y="0"/>
                  </a:lnTo>
                  <a:lnTo>
                    <a:pt x="301205" y="2755"/>
                  </a:lnTo>
                  <a:lnTo>
                    <a:pt x="290080" y="10261"/>
                  </a:lnTo>
                  <a:lnTo>
                    <a:pt x="282575" y="21374"/>
                  </a:lnTo>
                  <a:lnTo>
                    <a:pt x="279831" y="34975"/>
                  </a:lnTo>
                  <a:lnTo>
                    <a:pt x="279831" y="571322"/>
                  </a:lnTo>
                  <a:lnTo>
                    <a:pt x="282575" y="584923"/>
                  </a:lnTo>
                  <a:lnTo>
                    <a:pt x="290080" y="596036"/>
                  </a:lnTo>
                  <a:lnTo>
                    <a:pt x="301205" y="603542"/>
                  </a:lnTo>
                  <a:lnTo>
                    <a:pt x="314807" y="606298"/>
                  </a:lnTo>
                  <a:lnTo>
                    <a:pt x="594639" y="606298"/>
                  </a:lnTo>
                  <a:lnTo>
                    <a:pt x="608228" y="603542"/>
                  </a:lnTo>
                  <a:lnTo>
                    <a:pt x="619353" y="596036"/>
                  </a:lnTo>
                  <a:lnTo>
                    <a:pt x="626859" y="584923"/>
                  </a:lnTo>
                  <a:lnTo>
                    <a:pt x="629615" y="571322"/>
                  </a:lnTo>
                  <a:lnTo>
                    <a:pt x="629615" y="559663"/>
                  </a:lnTo>
                  <a:lnTo>
                    <a:pt x="629615" y="361454"/>
                  </a:lnTo>
                  <a:lnTo>
                    <a:pt x="629615" y="46634"/>
                  </a:lnTo>
                  <a:lnTo>
                    <a:pt x="629615" y="34975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9" y="1349052"/>
            <a:ext cx="3967155" cy="1690688"/>
          </a:xfrm>
          <a:prstGeom prst="rect">
            <a:avLst/>
          </a:prstGeom>
        </p:spPr>
      </p:pic>
      <p:pic>
        <p:nvPicPr>
          <p:cNvPr id="4" name="object 6">
            <a:extLst>
              <a:ext uri="{FF2B5EF4-FFF2-40B4-BE49-F238E27FC236}">
                <a16:creationId xmlns:a16="http://schemas.microsoft.com/office/drawing/2014/main" id="{CCC8AEDE-672A-F9D3-2129-C23534799D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47" y="4373321"/>
            <a:ext cx="3967155" cy="1690688"/>
          </a:xfrm>
          <a:prstGeom prst="rect">
            <a:avLst/>
          </a:prstGeom>
        </p:spPr>
      </p:pic>
      <p:pic>
        <p:nvPicPr>
          <p:cNvPr id="5" name="object 6">
            <a:extLst>
              <a:ext uri="{FF2B5EF4-FFF2-40B4-BE49-F238E27FC236}">
                <a16:creationId xmlns:a16="http://schemas.microsoft.com/office/drawing/2014/main" id="{5B2950F8-DBEC-AE07-EEF7-FCFE98D244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1998" y="4373321"/>
            <a:ext cx="3967155" cy="16906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51463" y="1859498"/>
            <a:ext cx="3647506" cy="107593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Comprehensive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Complaint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dirty="0">
                <a:solidFill>
                  <a:srgbClr val="402626"/>
                </a:solidFill>
                <a:latin typeface="Century Gothic Pro"/>
                <a:cs typeface="Century Gothic Pro"/>
              </a:rPr>
              <a:t>Lifecycle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Users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can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egister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complaints,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upload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documents,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monitor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eal-time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status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updates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from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submission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to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esolution.</a:t>
            </a:r>
            <a:endParaRPr sz="1400" dirty="0">
              <a:latin typeface="Century Gothic Pro"/>
              <a:cs typeface="Century Gothic Pr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889" y="4848441"/>
            <a:ext cx="3719670" cy="107593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Department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&amp;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dirty="0">
                <a:solidFill>
                  <a:srgbClr val="402626"/>
                </a:solidFill>
                <a:latin typeface="Century Gothic Pro"/>
                <a:cs typeface="Century Gothic Pro"/>
              </a:rPr>
              <a:t>Oﬃcer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Management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Super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Admins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manage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departments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assign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oﬃcers,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streamlining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complaint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handling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departmental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coordination.</a:t>
            </a:r>
            <a:endParaRPr sz="1400" dirty="0">
              <a:latin typeface="Century Gothic Pro"/>
              <a:cs typeface="Century Gothic Pr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1463" y="4816361"/>
            <a:ext cx="3719667" cy="107593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Interactive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Dashboards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&amp;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Analytics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Administrative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dashboards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provide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actionable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insights,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complaint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analytics,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system-wide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monitoring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for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improved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accountability.</a:t>
            </a:r>
            <a:endParaRPr sz="1400" dirty="0">
              <a:latin typeface="Century Gothic Pro"/>
              <a:cs typeface="Century Gothic Pr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79235" y="1471591"/>
            <a:ext cx="303213" cy="303213"/>
            <a:chOff x="9693215" y="2818447"/>
            <a:chExt cx="606425" cy="606425"/>
          </a:xfrm>
        </p:grpSpPr>
        <p:sp>
          <p:nvSpPr>
            <p:cNvPr id="24" name="object 24"/>
            <p:cNvSpPr/>
            <p:nvPr/>
          </p:nvSpPr>
          <p:spPr>
            <a:xfrm>
              <a:off x="9869230" y="2818447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30">
                  <a:moveTo>
                    <a:pt x="313515" y="378123"/>
                  </a:moveTo>
                  <a:lnTo>
                    <a:pt x="116765" y="378123"/>
                  </a:lnTo>
                  <a:lnTo>
                    <a:pt x="123258" y="378282"/>
                  </a:lnTo>
                  <a:lnTo>
                    <a:pt x="129527" y="380517"/>
                  </a:lnTo>
                  <a:lnTo>
                    <a:pt x="167500" y="395198"/>
                  </a:lnTo>
                  <a:lnTo>
                    <a:pt x="173570" y="403136"/>
                  </a:lnTo>
                  <a:lnTo>
                    <a:pt x="173723" y="412229"/>
                  </a:lnTo>
                  <a:lnTo>
                    <a:pt x="173723" y="426199"/>
                  </a:lnTo>
                  <a:lnTo>
                    <a:pt x="194355" y="429256"/>
                  </a:lnTo>
                  <a:lnTo>
                    <a:pt x="215137" y="430275"/>
                  </a:lnTo>
                  <a:lnTo>
                    <a:pt x="235920" y="429256"/>
                  </a:lnTo>
                  <a:lnTo>
                    <a:pt x="256552" y="426199"/>
                  </a:lnTo>
                  <a:lnTo>
                    <a:pt x="256552" y="412229"/>
                  </a:lnTo>
                  <a:lnTo>
                    <a:pt x="256705" y="403136"/>
                  </a:lnTo>
                  <a:lnTo>
                    <a:pt x="262775" y="395198"/>
                  </a:lnTo>
                  <a:lnTo>
                    <a:pt x="271500" y="392671"/>
                  </a:lnTo>
                  <a:lnTo>
                    <a:pt x="279006" y="390102"/>
                  </a:lnTo>
                  <a:lnTo>
                    <a:pt x="286391" y="387218"/>
                  </a:lnTo>
                  <a:lnTo>
                    <a:pt x="293642" y="384022"/>
                  </a:lnTo>
                  <a:lnTo>
                    <a:pt x="300748" y="380517"/>
                  </a:lnTo>
                  <a:lnTo>
                    <a:pt x="307018" y="378282"/>
                  </a:lnTo>
                  <a:lnTo>
                    <a:pt x="313515" y="378123"/>
                  </a:lnTo>
                  <a:close/>
                </a:path>
                <a:path w="430529" h="430530">
                  <a:moveTo>
                    <a:pt x="95148" y="36575"/>
                  </a:moveTo>
                  <a:lnTo>
                    <a:pt x="78433" y="49044"/>
                  </a:lnTo>
                  <a:lnTo>
                    <a:pt x="63028" y="63028"/>
                  </a:lnTo>
                  <a:lnTo>
                    <a:pt x="49040" y="78429"/>
                  </a:lnTo>
                  <a:lnTo>
                    <a:pt x="36575" y="95148"/>
                  </a:lnTo>
                  <a:lnTo>
                    <a:pt x="46507" y="105079"/>
                  </a:lnTo>
                  <a:lnTo>
                    <a:pt x="50308" y="110540"/>
                  </a:lnTo>
                  <a:lnTo>
                    <a:pt x="52162" y="116765"/>
                  </a:lnTo>
                  <a:lnTo>
                    <a:pt x="52088" y="119718"/>
                  </a:lnTo>
                  <a:lnTo>
                    <a:pt x="52000" y="123258"/>
                  </a:lnTo>
                  <a:lnTo>
                    <a:pt x="49758" y="129527"/>
                  </a:lnTo>
                  <a:lnTo>
                    <a:pt x="46254" y="136638"/>
                  </a:lnTo>
                  <a:lnTo>
                    <a:pt x="43059" y="143889"/>
                  </a:lnTo>
                  <a:lnTo>
                    <a:pt x="40178" y="151271"/>
                  </a:lnTo>
                  <a:lnTo>
                    <a:pt x="37617" y="158775"/>
                  </a:lnTo>
                  <a:lnTo>
                    <a:pt x="35077" y="167500"/>
                  </a:lnTo>
                  <a:lnTo>
                    <a:pt x="27139" y="173570"/>
                  </a:lnTo>
                  <a:lnTo>
                    <a:pt x="18046" y="173723"/>
                  </a:lnTo>
                  <a:lnTo>
                    <a:pt x="4076" y="173723"/>
                  </a:lnTo>
                  <a:lnTo>
                    <a:pt x="1019" y="194355"/>
                  </a:lnTo>
                  <a:lnTo>
                    <a:pt x="0" y="215137"/>
                  </a:lnTo>
                  <a:lnTo>
                    <a:pt x="1019" y="235920"/>
                  </a:lnTo>
                  <a:lnTo>
                    <a:pt x="4076" y="256552"/>
                  </a:lnTo>
                  <a:lnTo>
                    <a:pt x="18046" y="256552"/>
                  </a:lnTo>
                  <a:lnTo>
                    <a:pt x="27139" y="256705"/>
                  </a:lnTo>
                  <a:lnTo>
                    <a:pt x="35077" y="262775"/>
                  </a:lnTo>
                  <a:lnTo>
                    <a:pt x="37617" y="271513"/>
                  </a:lnTo>
                  <a:lnTo>
                    <a:pt x="40178" y="279012"/>
                  </a:lnTo>
                  <a:lnTo>
                    <a:pt x="43059" y="286392"/>
                  </a:lnTo>
                  <a:lnTo>
                    <a:pt x="46254" y="293642"/>
                  </a:lnTo>
                  <a:lnTo>
                    <a:pt x="49758" y="300748"/>
                  </a:lnTo>
                  <a:lnTo>
                    <a:pt x="52000" y="307018"/>
                  </a:lnTo>
                  <a:lnTo>
                    <a:pt x="52130" y="313620"/>
                  </a:lnTo>
                  <a:lnTo>
                    <a:pt x="50308" y="319740"/>
                  </a:lnTo>
                  <a:lnTo>
                    <a:pt x="46507" y="325196"/>
                  </a:lnTo>
                  <a:lnTo>
                    <a:pt x="36575" y="335140"/>
                  </a:lnTo>
                  <a:lnTo>
                    <a:pt x="49038" y="351853"/>
                  </a:lnTo>
                  <a:lnTo>
                    <a:pt x="63022" y="367255"/>
                  </a:lnTo>
                  <a:lnTo>
                    <a:pt x="78422" y="381242"/>
                  </a:lnTo>
                  <a:lnTo>
                    <a:pt x="95135" y="393712"/>
                  </a:lnTo>
                  <a:lnTo>
                    <a:pt x="105079" y="383768"/>
                  </a:lnTo>
                  <a:lnTo>
                    <a:pt x="110540" y="379974"/>
                  </a:lnTo>
                  <a:lnTo>
                    <a:pt x="116765" y="378123"/>
                  </a:lnTo>
                  <a:lnTo>
                    <a:pt x="355288" y="378123"/>
                  </a:lnTo>
                  <a:lnTo>
                    <a:pt x="367255" y="367255"/>
                  </a:lnTo>
                  <a:lnTo>
                    <a:pt x="376560" y="357009"/>
                  </a:lnTo>
                  <a:lnTo>
                    <a:pt x="178434" y="357009"/>
                  </a:lnTo>
                  <a:lnTo>
                    <a:pt x="138763" y="340249"/>
                  </a:lnTo>
                  <a:lnTo>
                    <a:pt x="106557" y="313620"/>
                  </a:lnTo>
                  <a:lnTo>
                    <a:pt x="83306" y="279321"/>
                  </a:lnTo>
                  <a:lnTo>
                    <a:pt x="70621" y="239931"/>
                  </a:lnTo>
                  <a:lnTo>
                    <a:pt x="69621" y="196494"/>
                  </a:lnTo>
                  <a:lnTo>
                    <a:pt x="81245" y="155024"/>
                  </a:lnTo>
                  <a:lnTo>
                    <a:pt x="103601" y="119718"/>
                  </a:lnTo>
                  <a:lnTo>
                    <a:pt x="134697" y="92328"/>
                  </a:lnTo>
                  <a:lnTo>
                    <a:pt x="172540" y="74609"/>
                  </a:lnTo>
                  <a:lnTo>
                    <a:pt x="215137" y="68313"/>
                  </a:lnTo>
                  <a:lnTo>
                    <a:pt x="372055" y="68313"/>
                  </a:lnTo>
                  <a:lnTo>
                    <a:pt x="367255" y="63028"/>
                  </a:lnTo>
                  <a:lnTo>
                    <a:pt x="355287" y="52162"/>
                  </a:lnTo>
                  <a:lnTo>
                    <a:pt x="116765" y="52162"/>
                  </a:lnTo>
                  <a:lnTo>
                    <a:pt x="110540" y="50308"/>
                  </a:lnTo>
                  <a:lnTo>
                    <a:pt x="105079" y="46507"/>
                  </a:lnTo>
                  <a:lnTo>
                    <a:pt x="95148" y="36575"/>
                  </a:lnTo>
                  <a:close/>
                </a:path>
                <a:path w="430529" h="430530">
                  <a:moveTo>
                    <a:pt x="355288" y="378123"/>
                  </a:moveTo>
                  <a:lnTo>
                    <a:pt x="313515" y="378123"/>
                  </a:lnTo>
                  <a:lnTo>
                    <a:pt x="319740" y="379974"/>
                  </a:lnTo>
                  <a:lnTo>
                    <a:pt x="325196" y="383768"/>
                  </a:lnTo>
                  <a:lnTo>
                    <a:pt x="335140" y="393712"/>
                  </a:lnTo>
                  <a:lnTo>
                    <a:pt x="351853" y="381242"/>
                  </a:lnTo>
                  <a:lnTo>
                    <a:pt x="355288" y="378123"/>
                  </a:lnTo>
                  <a:close/>
                </a:path>
                <a:path w="430529" h="430530">
                  <a:moveTo>
                    <a:pt x="244474" y="342264"/>
                  </a:moveTo>
                  <a:lnTo>
                    <a:pt x="185800" y="342264"/>
                  </a:lnTo>
                  <a:lnTo>
                    <a:pt x="178434" y="357009"/>
                  </a:lnTo>
                  <a:lnTo>
                    <a:pt x="251840" y="357009"/>
                  </a:lnTo>
                  <a:lnTo>
                    <a:pt x="244474" y="342264"/>
                  </a:lnTo>
                  <a:close/>
                </a:path>
                <a:path w="430529" h="430530">
                  <a:moveTo>
                    <a:pt x="372055" y="68313"/>
                  </a:moveTo>
                  <a:lnTo>
                    <a:pt x="215137" y="68313"/>
                  </a:lnTo>
                  <a:lnTo>
                    <a:pt x="257740" y="74609"/>
                  </a:lnTo>
                  <a:lnTo>
                    <a:pt x="295584" y="92328"/>
                  </a:lnTo>
                  <a:lnTo>
                    <a:pt x="326678" y="119718"/>
                  </a:lnTo>
                  <a:lnTo>
                    <a:pt x="349032" y="155024"/>
                  </a:lnTo>
                  <a:lnTo>
                    <a:pt x="360654" y="196494"/>
                  </a:lnTo>
                  <a:lnTo>
                    <a:pt x="359851" y="235920"/>
                  </a:lnTo>
                  <a:lnTo>
                    <a:pt x="359777" y="239547"/>
                  </a:lnTo>
                  <a:lnTo>
                    <a:pt x="347069" y="279012"/>
                  </a:lnTo>
                  <a:lnTo>
                    <a:pt x="346969" y="279321"/>
                  </a:lnTo>
                  <a:lnTo>
                    <a:pt x="323718" y="313620"/>
                  </a:lnTo>
                  <a:lnTo>
                    <a:pt x="291512" y="340249"/>
                  </a:lnTo>
                  <a:lnTo>
                    <a:pt x="251840" y="357009"/>
                  </a:lnTo>
                  <a:lnTo>
                    <a:pt x="376560" y="357009"/>
                  </a:lnTo>
                  <a:lnTo>
                    <a:pt x="381242" y="351853"/>
                  </a:lnTo>
                  <a:lnTo>
                    <a:pt x="393712" y="335140"/>
                  </a:lnTo>
                  <a:lnTo>
                    <a:pt x="383768" y="325196"/>
                  </a:lnTo>
                  <a:lnTo>
                    <a:pt x="379974" y="319740"/>
                  </a:lnTo>
                  <a:lnTo>
                    <a:pt x="378154" y="313620"/>
                  </a:lnTo>
                  <a:lnTo>
                    <a:pt x="378282" y="307018"/>
                  </a:lnTo>
                  <a:lnTo>
                    <a:pt x="380517" y="300748"/>
                  </a:lnTo>
                  <a:lnTo>
                    <a:pt x="384022" y="293642"/>
                  </a:lnTo>
                  <a:lnTo>
                    <a:pt x="387218" y="286392"/>
                  </a:lnTo>
                  <a:lnTo>
                    <a:pt x="389981" y="279321"/>
                  </a:lnTo>
                  <a:lnTo>
                    <a:pt x="390102" y="279012"/>
                  </a:lnTo>
                  <a:lnTo>
                    <a:pt x="392671" y="271513"/>
                  </a:lnTo>
                  <a:lnTo>
                    <a:pt x="395198" y="262775"/>
                  </a:lnTo>
                  <a:lnTo>
                    <a:pt x="403136" y="256705"/>
                  </a:lnTo>
                  <a:lnTo>
                    <a:pt x="412229" y="256552"/>
                  </a:lnTo>
                  <a:lnTo>
                    <a:pt x="426199" y="256552"/>
                  </a:lnTo>
                  <a:lnTo>
                    <a:pt x="429256" y="235920"/>
                  </a:lnTo>
                  <a:lnTo>
                    <a:pt x="430275" y="215137"/>
                  </a:lnTo>
                  <a:lnTo>
                    <a:pt x="429361" y="196494"/>
                  </a:lnTo>
                  <a:lnTo>
                    <a:pt x="429256" y="194355"/>
                  </a:lnTo>
                  <a:lnTo>
                    <a:pt x="426199" y="173723"/>
                  </a:lnTo>
                  <a:lnTo>
                    <a:pt x="412229" y="173723"/>
                  </a:lnTo>
                  <a:lnTo>
                    <a:pt x="403136" y="173570"/>
                  </a:lnTo>
                  <a:lnTo>
                    <a:pt x="395198" y="167500"/>
                  </a:lnTo>
                  <a:lnTo>
                    <a:pt x="392671" y="158775"/>
                  </a:lnTo>
                  <a:lnTo>
                    <a:pt x="390102" y="151271"/>
                  </a:lnTo>
                  <a:lnTo>
                    <a:pt x="387218" y="143889"/>
                  </a:lnTo>
                  <a:lnTo>
                    <a:pt x="384022" y="136638"/>
                  </a:lnTo>
                  <a:lnTo>
                    <a:pt x="380517" y="129527"/>
                  </a:lnTo>
                  <a:lnTo>
                    <a:pt x="378282" y="123258"/>
                  </a:lnTo>
                  <a:lnTo>
                    <a:pt x="378195" y="119718"/>
                  </a:lnTo>
                  <a:lnTo>
                    <a:pt x="378123" y="116765"/>
                  </a:lnTo>
                  <a:lnTo>
                    <a:pt x="379974" y="110540"/>
                  </a:lnTo>
                  <a:lnTo>
                    <a:pt x="383768" y="105079"/>
                  </a:lnTo>
                  <a:lnTo>
                    <a:pt x="393712" y="95148"/>
                  </a:lnTo>
                  <a:lnTo>
                    <a:pt x="381242" y="78429"/>
                  </a:lnTo>
                  <a:lnTo>
                    <a:pt x="372055" y="68313"/>
                  </a:lnTo>
                  <a:close/>
                </a:path>
                <a:path w="430529" h="430530">
                  <a:moveTo>
                    <a:pt x="224916" y="163804"/>
                  </a:moveTo>
                  <a:lnTo>
                    <a:pt x="205358" y="163804"/>
                  </a:lnTo>
                  <a:lnTo>
                    <a:pt x="205358" y="342264"/>
                  </a:lnTo>
                  <a:lnTo>
                    <a:pt x="224916" y="342264"/>
                  </a:lnTo>
                  <a:lnTo>
                    <a:pt x="224916" y="163804"/>
                  </a:lnTo>
                  <a:close/>
                </a:path>
                <a:path w="430529" h="430530">
                  <a:moveTo>
                    <a:pt x="185800" y="205358"/>
                  </a:moveTo>
                  <a:lnTo>
                    <a:pt x="88010" y="205358"/>
                  </a:lnTo>
                  <a:lnTo>
                    <a:pt x="91853" y="224389"/>
                  </a:lnTo>
                  <a:lnTo>
                    <a:pt x="102333" y="239931"/>
                  </a:lnTo>
                  <a:lnTo>
                    <a:pt x="117875" y="250411"/>
                  </a:lnTo>
                  <a:lnTo>
                    <a:pt x="136905" y="254253"/>
                  </a:lnTo>
                  <a:lnTo>
                    <a:pt x="155936" y="250411"/>
                  </a:lnTo>
                  <a:lnTo>
                    <a:pt x="171478" y="239931"/>
                  </a:lnTo>
                  <a:lnTo>
                    <a:pt x="181958" y="224389"/>
                  </a:lnTo>
                  <a:lnTo>
                    <a:pt x="185800" y="205358"/>
                  </a:lnTo>
                  <a:close/>
                </a:path>
                <a:path w="430529" h="430530">
                  <a:moveTo>
                    <a:pt x="342264" y="205358"/>
                  </a:moveTo>
                  <a:lnTo>
                    <a:pt x="244474" y="205358"/>
                  </a:lnTo>
                  <a:lnTo>
                    <a:pt x="248317" y="224389"/>
                  </a:lnTo>
                  <a:lnTo>
                    <a:pt x="258797" y="239931"/>
                  </a:lnTo>
                  <a:lnTo>
                    <a:pt x="274339" y="250411"/>
                  </a:lnTo>
                  <a:lnTo>
                    <a:pt x="293369" y="254253"/>
                  </a:lnTo>
                  <a:lnTo>
                    <a:pt x="312400" y="250411"/>
                  </a:lnTo>
                  <a:lnTo>
                    <a:pt x="327942" y="239931"/>
                  </a:lnTo>
                  <a:lnTo>
                    <a:pt x="338422" y="224389"/>
                  </a:lnTo>
                  <a:lnTo>
                    <a:pt x="342264" y="205358"/>
                  </a:lnTo>
                  <a:close/>
                </a:path>
                <a:path w="430529" h="430530">
                  <a:moveTo>
                    <a:pt x="296266" y="149453"/>
                  </a:moveTo>
                  <a:lnTo>
                    <a:pt x="134009" y="149453"/>
                  </a:lnTo>
                  <a:lnTo>
                    <a:pt x="131648" y="150799"/>
                  </a:lnTo>
                  <a:lnTo>
                    <a:pt x="130352" y="153187"/>
                  </a:lnTo>
                  <a:lnTo>
                    <a:pt x="104266" y="205358"/>
                  </a:lnTo>
                  <a:lnTo>
                    <a:pt x="120662" y="205358"/>
                  </a:lnTo>
                  <a:lnTo>
                    <a:pt x="136905" y="172859"/>
                  </a:lnTo>
                  <a:lnTo>
                    <a:pt x="153298" y="172859"/>
                  </a:lnTo>
                  <a:lnTo>
                    <a:pt x="148767" y="163804"/>
                  </a:lnTo>
                  <a:lnTo>
                    <a:pt x="305244" y="163804"/>
                  </a:lnTo>
                  <a:lnTo>
                    <a:pt x="299935" y="153187"/>
                  </a:lnTo>
                  <a:lnTo>
                    <a:pt x="298627" y="150799"/>
                  </a:lnTo>
                  <a:lnTo>
                    <a:pt x="296266" y="149453"/>
                  </a:lnTo>
                  <a:close/>
                </a:path>
                <a:path w="430529" h="430530">
                  <a:moveTo>
                    <a:pt x="153298" y="172859"/>
                  </a:moveTo>
                  <a:lnTo>
                    <a:pt x="136905" y="172859"/>
                  </a:lnTo>
                  <a:lnTo>
                    <a:pt x="153161" y="205358"/>
                  </a:lnTo>
                  <a:lnTo>
                    <a:pt x="169557" y="205358"/>
                  </a:lnTo>
                  <a:lnTo>
                    <a:pt x="153298" y="172859"/>
                  </a:lnTo>
                  <a:close/>
                </a:path>
                <a:path w="430529" h="430530">
                  <a:moveTo>
                    <a:pt x="305244" y="163804"/>
                  </a:moveTo>
                  <a:lnTo>
                    <a:pt x="281508" y="163804"/>
                  </a:lnTo>
                  <a:lnTo>
                    <a:pt x="260718" y="205358"/>
                  </a:lnTo>
                  <a:lnTo>
                    <a:pt x="277126" y="205358"/>
                  </a:lnTo>
                  <a:lnTo>
                    <a:pt x="293369" y="172859"/>
                  </a:lnTo>
                  <a:lnTo>
                    <a:pt x="309772" y="172859"/>
                  </a:lnTo>
                  <a:lnTo>
                    <a:pt x="305244" y="163804"/>
                  </a:lnTo>
                  <a:close/>
                </a:path>
                <a:path w="430529" h="430530">
                  <a:moveTo>
                    <a:pt x="309772" y="172859"/>
                  </a:moveTo>
                  <a:lnTo>
                    <a:pt x="293369" y="172859"/>
                  </a:lnTo>
                  <a:lnTo>
                    <a:pt x="309613" y="205358"/>
                  </a:lnTo>
                  <a:lnTo>
                    <a:pt x="326021" y="205358"/>
                  </a:lnTo>
                  <a:lnTo>
                    <a:pt x="309772" y="172859"/>
                  </a:lnTo>
                  <a:close/>
                </a:path>
                <a:path w="430529" h="430530">
                  <a:moveTo>
                    <a:pt x="293369" y="149136"/>
                  </a:moveTo>
                  <a:lnTo>
                    <a:pt x="136905" y="149136"/>
                  </a:lnTo>
                  <a:lnTo>
                    <a:pt x="136905" y="149453"/>
                  </a:lnTo>
                  <a:lnTo>
                    <a:pt x="293369" y="149453"/>
                  </a:lnTo>
                  <a:lnTo>
                    <a:pt x="293369" y="149136"/>
                  </a:lnTo>
                  <a:close/>
                </a:path>
                <a:path w="430529" h="430530">
                  <a:moveTo>
                    <a:pt x="220535" y="127126"/>
                  </a:moveTo>
                  <a:lnTo>
                    <a:pt x="209740" y="127126"/>
                  </a:lnTo>
                  <a:lnTo>
                    <a:pt x="205358" y="131508"/>
                  </a:lnTo>
                  <a:lnTo>
                    <a:pt x="205358" y="149136"/>
                  </a:lnTo>
                  <a:lnTo>
                    <a:pt x="224916" y="149136"/>
                  </a:lnTo>
                  <a:lnTo>
                    <a:pt x="224916" y="131508"/>
                  </a:lnTo>
                  <a:lnTo>
                    <a:pt x="220535" y="127126"/>
                  </a:lnTo>
                  <a:close/>
                </a:path>
                <a:path w="430529" h="430530">
                  <a:moveTo>
                    <a:pt x="215137" y="0"/>
                  </a:moveTo>
                  <a:lnTo>
                    <a:pt x="194355" y="1019"/>
                  </a:lnTo>
                  <a:lnTo>
                    <a:pt x="173723" y="4076"/>
                  </a:lnTo>
                  <a:lnTo>
                    <a:pt x="173723" y="18046"/>
                  </a:lnTo>
                  <a:lnTo>
                    <a:pt x="173570" y="27139"/>
                  </a:lnTo>
                  <a:lnTo>
                    <a:pt x="167500" y="35077"/>
                  </a:lnTo>
                  <a:lnTo>
                    <a:pt x="158775" y="37617"/>
                  </a:lnTo>
                  <a:lnTo>
                    <a:pt x="151271" y="40178"/>
                  </a:lnTo>
                  <a:lnTo>
                    <a:pt x="143889" y="43059"/>
                  </a:lnTo>
                  <a:lnTo>
                    <a:pt x="136638" y="46254"/>
                  </a:lnTo>
                  <a:lnTo>
                    <a:pt x="129527" y="49758"/>
                  </a:lnTo>
                  <a:lnTo>
                    <a:pt x="123258" y="52000"/>
                  </a:lnTo>
                  <a:lnTo>
                    <a:pt x="116765" y="52162"/>
                  </a:lnTo>
                  <a:lnTo>
                    <a:pt x="313515" y="52162"/>
                  </a:lnTo>
                  <a:lnTo>
                    <a:pt x="307018" y="52000"/>
                  </a:lnTo>
                  <a:lnTo>
                    <a:pt x="300748" y="49758"/>
                  </a:lnTo>
                  <a:lnTo>
                    <a:pt x="262775" y="35077"/>
                  </a:lnTo>
                  <a:lnTo>
                    <a:pt x="256705" y="27139"/>
                  </a:lnTo>
                  <a:lnTo>
                    <a:pt x="256552" y="18046"/>
                  </a:lnTo>
                  <a:lnTo>
                    <a:pt x="256552" y="4076"/>
                  </a:lnTo>
                  <a:lnTo>
                    <a:pt x="235920" y="1019"/>
                  </a:lnTo>
                  <a:lnTo>
                    <a:pt x="215137" y="0"/>
                  </a:lnTo>
                  <a:close/>
                </a:path>
                <a:path w="430529" h="430530">
                  <a:moveTo>
                    <a:pt x="335140" y="36575"/>
                  </a:moveTo>
                  <a:lnTo>
                    <a:pt x="325196" y="46507"/>
                  </a:lnTo>
                  <a:lnTo>
                    <a:pt x="319740" y="50308"/>
                  </a:lnTo>
                  <a:lnTo>
                    <a:pt x="313515" y="52162"/>
                  </a:lnTo>
                  <a:lnTo>
                    <a:pt x="355287" y="52162"/>
                  </a:lnTo>
                  <a:lnTo>
                    <a:pt x="351853" y="49044"/>
                  </a:lnTo>
                  <a:lnTo>
                    <a:pt x="335140" y="36575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 dirty="0"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93215" y="3209607"/>
              <a:ext cx="254251" cy="215138"/>
            </a:xfrm>
            <a:prstGeom prst="rect">
              <a:avLst/>
            </a:prstGeom>
          </p:spPr>
        </p:pic>
      </p:grpSp>
      <p:grpSp>
        <p:nvGrpSpPr>
          <p:cNvPr id="33" name="object 20"/>
          <p:cNvGrpSpPr/>
          <p:nvPr/>
        </p:nvGrpSpPr>
        <p:grpSpPr>
          <a:xfrm>
            <a:off x="604845" y="4493770"/>
            <a:ext cx="303213" cy="303213"/>
            <a:chOff x="1571114" y="6482115"/>
            <a:chExt cx="606425" cy="606425"/>
          </a:xfrm>
        </p:grpSpPr>
        <p:pic>
          <p:nvPicPr>
            <p:cNvPr id="34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3213" y="6593269"/>
              <a:ext cx="202107" cy="202095"/>
            </a:xfrm>
            <a:prstGeom prst="rect">
              <a:avLst/>
            </a:prstGeom>
          </p:spPr>
        </p:pic>
        <p:sp>
          <p:nvSpPr>
            <p:cNvPr id="35" name="object 22"/>
            <p:cNvSpPr/>
            <p:nvPr/>
          </p:nvSpPr>
          <p:spPr>
            <a:xfrm>
              <a:off x="1571104" y="6482117"/>
              <a:ext cx="606425" cy="606425"/>
            </a:xfrm>
            <a:custGeom>
              <a:avLst/>
              <a:gdLst/>
              <a:ahLst/>
              <a:cxnLst/>
              <a:rect l="l" t="t" r="r" b="b"/>
              <a:pathLst>
                <a:path w="606425" h="606425">
                  <a:moveTo>
                    <a:pt x="62712" y="195110"/>
                  </a:moveTo>
                  <a:lnTo>
                    <a:pt x="34518" y="225094"/>
                  </a:lnTo>
                  <a:lnTo>
                    <a:pt x="30530" y="262356"/>
                  </a:lnTo>
                  <a:lnTo>
                    <a:pt x="50711" y="263118"/>
                  </a:lnTo>
                  <a:lnTo>
                    <a:pt x="51968" y="245770"/>
                  </a:lnTo>
                  <a:lnTo>
                    <a:pt x="54394" y="228612"/>
                  </a:lnTo>
                  <a:lnTo>
                    <a:pt x="57975" y="211709"/>
                  </a:lnTo>
                  <a:lnTo>
                    <a:pt x="62712" y="195110"/>
                  </a:lnTo>
                  <a:close/>
                </a:path>
                <a:path w="606425" h="606425">
                  <a:moveTo>
                    <a:pt x="147688" y="471970"/>
                  </a:moveTo>
                  <a:lnTo>
                    <a:pt x="142697" y="467969"/>
                  </a:lnTo>
                  <a:lnTo>
                    <a:pt x="137782" y="463816"/>
                  </a:lnTo>
                  <a:lnTo>
                    <a:pt x="132956" y="459536"/>
                  </a:lnTo>
                  <a:lnTo>
                    <a:pt x="128257" y="455129"/>
                  </a:lnTo>
                  <a:lnTo>
                    <a:pt x="114274" y="469709"/>
                  </a:lnTo>
                  <a:lnTo>
                    <a:pt x="119354" y="474459"/>
                  </a:lnTo>
                  <a:lnTo>
                    <a:pt x="124561" y="479094"/>
                  </a:lnTo>
                  <a:lnTo>
                    <a:pt x="129870" y="483577"/>
                  </a:lnTo>
                  <a:lnTo>
                    <a:pt x="135267" y="487895"/>
                  </a:lnTo>
                  <a:lnTo>
                    <a:pt x="147688" y="471970"/>
                  </a:lnTo>
                  <a:close/>
                </a:path>
                <a:path w="606425" h="606425">
                  <a:moveTo>
                    <a:pt x="161683" y="363791"/>
                  </a:moveTo>
                  <a:lnTo>
                    <a:pt x="157607" y="343573"/>
                  </a:lnTo>
                  <a:lnTo>
                    <a:pt x="155333" y="332320"/>
                  </a:lnTo>
                  <a:lnTo>
                    <a:pt x="138010" y="306616"/>
                  </a:lnTo>
                  <a:lnTo>
                    <a:pt x="132880" y="303161"/>
                  </a:lnTo>
                  <a:lnTo>
                    <a:pt x="112306" y="289293"/>
                  </a:lnTo>
                  <a:lnTo>
                    <a:pt x="111163" y="289064"/>
                  </a:lnTo>
                  <a:lnTo>
                    <a:pt x="111163" y="343573"/>
                  </a:lnTo>
                  <a:lnTo>
                    <a:pt x="90957" y="343573"/>
                  </a:lnTo>
                  <a:lnTo>
                    <a:pt x="90957" y="338010"/>
                  </a:lnTo>
                  <a:lnTo>
                    <a:pt x="86410" y="333476"/>
                  </a:lnTo>
                  <a:lnTo>
                    <a:pt x="75285" y="333476"/>
                  </a:lnTo>
                  <a:lnTo>
                    <a:pt x="70739" y="338010"/>
                  </a:lnTo>
                  <a:lnTo>
                    <a:pt x="70739" y="349148"/>
                  </a:lnTo>
                  <a:lnTo>
                    <a:pt x="75285" y="353682"/>
                  </a:lnTo>
                  <a:lnTo>
                    <a:pt x="80848" y="353682"/>
                  </a:lnTo>
                  <a:lnTo>
                    <a:pt x="92633" y="356069"/>
                  </a:lnTo>
                  <a:lnTo>
                    <a:pt x="102273" y="362572"/>
                  </a:lnTo>
                  <a:lnTo>
                    <a:pt x="108775" y="372211"/>
                  </a:lnTo>
                  <a:lnTo>
                    <a:pt x="111163" y="383997"/>
                  </a:lnTo>
                  <a:lnTo>
                    <a:pt x="109651" y="393407"/>
                  </a:lnTo>
                  <a:lnTo>
                    <a:pt x="105460" y="401586"/>
                  </a:lnTo>
                  <a:lnTo>
                    <a:pt x="99060" y="408089"/>
                  </a:lnTo>
                  <a:lnTo>
                    <a:pt x="90957" y="412457"/>
                  </a:lnTo>
                  <a:lnTo>
                    <a:pt x="90957" y="424421"/>
                  </a:lnTo>
                  <a:lnTo>
                    <a:pt x="70739" y="424421"/>
                  </a:lnTo>
                  <a:lnTo>
                    <a:pt x="70739" y="412457"/>
                  </a:lnTo>
                  <a:lnTo>
                    <a:pt x="62636" y="408089"/>
                  </a:lnTo>
                  <a:lnTo>
                    <a:pt x="56235" y="401586"/>
                  </a:lnTo>
                  <a:lnTo>
                    <a:pt x="52044" y="393407"/>
                  </a:lnTo>
                  <a:lnTo>
                    <a:pt x="50533" y="383997"/>
                  </a:lnTo>
                  <a:lnTo>
                    <a:pt x="70739" y="383997"/>
                  </a:lnTo>
                  <a:lnTo>
                    <a:pt x="70739" y="389559"/>
                  </a:lnTo>
                  <a:lnTo>
                    <a:pt x="75285" y="394106"/>
                  </a:lnTo>
                  <a:lnTo>
                    <a:pt x="86410" y="394106"/>
                  </a:lnTo>
                  <a:lnTo>
                    <a:pt x="90957" y="389559"/>
                  </a:lnTo>
                  <a:lnTo>
                    <a:pt x="90957" y="383997"/>
                  </a:lnTo>
                  <a:lnTo>
                    <a:pt x="90957" y="378434"/>
                  </a:lnTo>
                  <a:lnTo>
                    <a:pt x="86410" y="373888"/>
                  </a:lnTo>
                  <a:lnTo>
                    <a:pt x="80848" y="373888"/>
                  </a:lnTo>
                  <a:lnTo>
                    <a:pt x="69062" y="371500"/>
                  </a:lnTo>
                  <a:lnTo>
                    <a:pt x="59423" y="364998"/>
                  </a:lnTo>
                  <a:lnTo>
                    <a:pt x="52920" y="355358"/>
                  </a:lnTo>
                  <a:lnTo>
                    <a:pt x="50533" y="343573"/>
                  </a:lnTo>
                  <a:lnTo>
                    <a:pt x="52044" y="334162"/>
                  </a:lnTo>
                  <a:lnTo>
                    <a:pt x="56235" y="325983"/>
                  </a:lnTo>
                  <a:lnTo>
                    <a:pt x="62636" y="319481"/>
                  </a:lnTo>
                  <a:lnTo>
                    <a:pt x="70739" y="315125"/>
                  </a:lnTo>
                  <a:lnTo>
                    <a:pt x="70739" y="303161"/>
                  </a:lnTo>
                  <a:lnTo>
                    <a:pt x="90957" y="303161"/>
                  </a:lnTo>
                  <a:lnTo>
                    <a:pt x="90957" y="315125"/>
                  </a:lnTo>
                  <a:lnTo>
                    <a:pt x="99060" y="319481"/>
                  </a:lnTo>
                  <a:lnTo>
                    <a:pt x="105460" y="325983"/>
                  </a:lnTo>
                  <a:lnTo>
                    <a:pt x="109651" y="334162"/>
                  </a:lnTo>
                  <a:lnTo>
                    <a:pt x="111163" y="343573"/>
                  </a:lnTo>
                  <a:lnTo>
                    <a:pt x="111163" y="289064"/>
                  </a:lnTo>
                  <a:lnTo>
                    <a:pt x="49390" y="289293"/>
                  </a:lnTo>
                  <a:lnTo>
                    <a:pt x="6362" y="332320"/>
                  </a:lnTo>
                  <a:lnTo>
                    <a:pt x="12" y="363791"/>
                  </a:lnTo>
                  <a:lnTo>
                    <a:pt x="6362" y="395249"/>
                  </a:lnTo>
                  <a:lnTo>
                    <a:pt x="23685" y="420941"/>
                  </a:lnTo>
                  <a:lnTo>
                    <a:pt x="49390" y="438277"/>
                  </a:lnTo>
                  <a:lnTo>
                    <a:pt x="80848" y="444627"/>
                  </a:lnTo>
                  <a:lnTo>
                    <a:pt x="112306" y="438277"/>
                  </a:lnTo>
                  <a:lnTo>
                    <a:pt x="132854" y="424421"/>
                  </a:lnTo>
                  <a:lnTo>
                    <a:pt x="138010" y="420941"/>
                  </a:lnTo>
                  <a:lnTo>
                    <a:pt x="155333" y="395249"/>
                  </a:lnTo>
                  <a:lnTo>
                    <a:pt x="161683" y="363791"/>
                  </a:lnTo>
                  <a:close/>
                </a:path>
                <a:path w="606425" h="606425">
                  <a:moveTo>
                    <a:pt x="161683" y="80848"/>
                  </a:moveTo>
                  <a:lnTo>
                    <a:pt x="155333" y="49377"/>
                  </a:lnTo>
                  <a:lnTo>
                    <a:pt x="154940" y="48793"/>
                  </a:lnTo>
                  <a:lnTo>
                    <a:pt x="138010" y="23685"/>
                  </a:lnTo>
                  <a:lnTo>
                    <a:pt x="131368" y="19215"/>
                  </a:lnTo>
                  <a:lnTo>
                    <a:pt x="131368" y="69913"/>
                  </a:lnTo>
                  <a:lnTo>
                    <a:pt x="129832" y="77851"/>
                  </a:lnTo>
                  <a:lnTo>
                    <a:pt x="125234" y="84836"/>
                  </a:lnTo>
                  <a:lnTo>
                    <a:pt x="80848" y="129628"/>
                  </a:lnTo>
                  <a:lnTo>
                    <a:pt x="36449" y="84836"/>
                  </a:lnTo>
                  <a:lnTo>
                    <a:pt x="31864" y="77851"/>
                  </a:lnTo>
                  <a:lnTo>
                    <a:pt x="30327" y="69913"/>
                  </a:lnTo>
                  <a:lnTo>
                    <a:pt x="31864" y="61963"/>
                  </a:lnTo>
                  <a:lnTo>
                    <a:pt x="36449" y="54978"/>
                  </a:lnTo>
                  <a:lnTo>
                    <a:pt x="43383" y="50342"/>
                  </a:lnTo>
                  <a:lnTo>
                    <a:pt x="51257" y="48793"/>
                  </a:lnTo>
                  <a:lnTo>
                    <a:pt x="59131" y="50342"/>
                  </a:lnTo>
                  <a:lnTo>
                    <a:pt x="66052" y="54978"/>
                  </a:lnTo>
                  <a:lnTo>
                    <a:pt x="80848" y="69913"/>
                  </a:lnTo>
                  <a:lnTo>
                    <a:pt x="95631" y="54978"/>
                  </a:lnTo>
                  <a:lnTo>
                    <a:pt x="102565" y="50342"/>
                  </a:lnTo>
                  <a:lnTo>
                    <a:pt x="110439" y="48793"/>
                  </a:lnTo>
                  <a:lnTo>
                    <a:pt x="118313" y="50342"/>
                  </a:lnTo>
                  <a:lnTo>
                    <a:pt x="125234" y="54978"/>
                  </a:lnTo>
                  <a:lnTo>
                    <a:pt x="129844" y="61963"/>
                  </a:lnTo>
                  <a:lnTo>
                    <a:pt x="131368" y="69913"/>
                  </a:lnTo>
                  <a:lnTo>
                    <a:pt x="131368" y="19215"/>
                  </a:lnTo>
                  <a:lnTo>
                    <a:pt x="112318" y="6362"/>
                  </a:lnTo>
                  <a:lnTo>
                    <a:pt x="80848" y="12"/>
                  </a:lnTo>
                  <a:lnTo>
                    <a:pt x="49377" y="6362"/>
                  </a:lnTo>
                  <a:lnTo>
                    <a:pt x="23685" y="23685"/>
                  </a:lnTo>
                  <a:lnTo>
                    <a:pt x="6362" y="49377"/>
                  </a:lnTo>
                  <a:lnTo>
                    <a:pt x="0" y="80848"/>
                  </a:lnTo>
                  <a:lnTo>
                    <a:pt x="6362" y="112306"/>
                  </a:lnTo>
                  <a:lnTo>
                    <a:pt x="23685" y="137998"/>
                  </a:lnTo>
                  <a:lnTo>
                    <a:pt x="49377" y="155321"/>
                  </a:lnTo>
                  <a:lnTo>
                    <a:pt x="80848" y="161683"/>
                  </a:lnTo>
                  <a:lnTo>
                    <a:pt x="112318" y="155321"/>
                  </a:lnTo>
                  <a:lnTo>
                    <a:pt x="138010" y="137998"/>
                  </a:lnTo>
                  <a:lnTo>
                    <a:pt x="143662" y="129628"/>
                  </a:lnTo>
                  <a:lnTo>
                    <a:pt x="155333" y="112306"/>
                  </a:lnTo>
                  <a:lnTo>
                    <a:pt x="161683" y="80848"/>
                  </a:lnTo>
                  <a:close/>
                </a:path>
                <a:path w="606425" h="606425">
                  <a:moveTo>
                    <a:pt x="232422" y="515366"/>
                  </a:moveTo>
                  <a:lnTo>
                    <a:pt x="171792" y="515366"/>
                  </a:lnTo>
                  <a:lnTo>
                    <a:pt x="171792" y="606298"/>
                  </a:lnTo>
                  <a:lnTo>
                    <a:pt x="232422" y="606298"/>
                  </a:lnTo>
                  <a:lnTo>
                    <a:pt x="232422" y="515366"/>
                  </a:lnTo>
                  <a:close/>
                </a:path>
                <a:path w="606425" h="606425">
                  <a:moveTo>
                    <a:pt x="232422" y="474941"/>
                  </a:moveTo>
                  <a:lnTo>
                    <a:pt x="171792" y="474941"/>
                  </a:lnTo>
                  <a:lnTo>
                    <a:pt x="151587" y="505256"/>
                  </a:lnTo>
                  <a:lnTo>
                    <a:pt x="232422" y="505256"/>
                  </a:lnTo>
                  <a:lnTo>
                    <a:pt x="232422" y="474941"/>
                  </a:lnTo>
                  <a:close/>
                </a:path>
                <a:path w="606425" h="606425">
                  <a:moveTo>
                    <a:pt x="343573" y="373888"/>
                  </a:moveTo>
                  <a:lnTo>
                    <a:pt x="313258" y="373888"/>
                  </a:lnTo>
                  <a:lnTo>
                    <a:pt x="313258" y="353682"/>
                  </a:lnTo>
                  <a:lnTo>
                    <a:pt x="293052" y="353682"/>
                  </a:lnTo>
                  <a:lnTo>
                    <a:pt x="293052" y="373888"/>
                  </a:lnTo>
                  <a:lnTo>
                    <a:pt x="262737" y="373888"/>
                  </a:lnTo>
                  <a:lnTo>
                    <a:pt x="262737" y="404202"/>
                  </a:lnTo>
                  <a:lnTo>
                    <a:pt x="343573" y="404202"/>
                  </a:lnTo>
                  <a:lnTo>
                    <a:pt x="343573" y="373888"/>
                  </a:lnTo>
                  <a:close/>
                </a:path>
                <a:path w="606425" h="606425">
                  <a:moveTo>
                    <a:pt x="363791" y="414299"/>
                  </a:moveTo>
                  <a:lnTo>
                    <a:pt x="333476" y="414299"/>
                  </a:lnTo>
                  <a:lnTo>
                    <a:pt x="333476" y="444627"/>
                  </a:lnTo>
                  <a:lnTo>
                    <a:pt x="333476" y="464832"/>
                  </a:lnTo>
                  <a:lnTo>
                    <a:pt x="333476" y="485038"/>
                  </a:lnTo>
                  <a:lnTo>
                    <a:pt x="333476" y="505244"/>
                  </a:lnTo>
                  <a:lnTo>
                    <a:pt x="333476" y="525462"/>
                  </a:lnTo>
                  <a:lnTo>
                    <a:pt x="333476" y="545668"/>
                  </a:lnTo>
                  <a:lnTo>
                    <a:pt x="313270" y="545668"/>
                  </a:lnTo>
                  <a:lnTo>
                    <a:pt x="313270" y="525462"/>
                  </a:lnTo>
                  <a:lnTo>
                    <a:pt x="333476" y="525462"/>
                  </a:lnTo>
                  <a:lnTo>
                    <a:pt x="333476" y="505244"/>
                  </a:lnTo>
                  <a:lnTo>
                    <a:pt x="313270" y="505244"/>
                  </a:lnTo>
                  <a:lnTo>
                    <a:pt x="313270" y="485038"/>
                  </a:lnTo>
                  <a:lnTo>
                    <a:pt x="333476" y="485038"/>
                  </a:lnTo>
                  <a:lnTo>
                    <a:pt x="333476" y="464832"/>
                  </a:lnTo>
                  <a:lnTo>
                    <a:pt x="313270" y="464832"/>
                  </a:lnTo>
                  <a:lnTo>
                    <a:pt x="313270" y="444627"/>
                  </a:lnTo>
                  <a:lnTo>
                    <a:pt x="333476" y="444627"/>
                  </a:lnTo>
                  <a:lnTo>
                    <a:pt x="333476" y="414299"/>
                  </a:lnTo>
                  <a:lnTo>
                    <a:pt x="293052" y="414299"/>
                  </a:lnTo>
                  <a:lnTo>
                    <a:pt x="293052" y="444627"/>
                  </a:lnTo>
                  <a:lnTo>
                    <a:pt x="293052" y="464832"/>
                  </a:lnTo>
                  <a:lnTo>
                    <a:pt x="293052" y="485038"/>
                  </a:lnTo>
                  <a:lnTo>
                    <a:pt x="293052" y="505244"/>
                  </a:lnTo>
                  <a:lnTo>
                    <a:pt x="293052" y="525462"/>
                  </a:lnTo>
                  <a:lnTo>
                    <a:pt x="293052" y="545668"/>
                  </a:lnTo>
                  <a:lnTo>
                    <a:pt x="272846" y="545668"/>
                  </a:lnTo>
                  <a:lnTo>
                    <a:pt x="272846" y="525462"/>
                  </a:lnTo>
                  <a:lnTo>
                    <a:pt x="293052" y="525462"/>
                  </a:lnTo>
                  <a:lnTo>
                    <a:pt x="293052" y="505244"/>
                  </a:lnTo>
                  <a:lnTo>
                    <a:pt x="272846" y="505244"/>
                  </a:lnTo>
                  <a:lnTo>
                    <a:pt x="272846" y="485038"/>
                  </a:lnTo>
                  <a:lnTo>
                    <a:pt x="293052" y="485038"/>
                  </a:lnTo>
                  <a:lnTo>
                    <a:pt x="293052" y="464832"/>
                  </a:lnTo>
                  <a:lnTo>
                    <a:pt x="272846" y="464832"/>
                  </a:lnTo>
                  <a:lnTo>
                    <a:pt x="272846" y="444627"/>
                  </a:lnTo>
                  <a:lnTo>
                    <a:pt x="293052" y="444627"/>
                  </a:lnTo>
                  <a:lnTo>
                    <a:pt x="293052" y="414299"/>
                  </a:lnTo>
                  <a:lnTo>
                    <a:pt x="242531" y="414299"/>
                  </a:lnTo>
                  <a:lnTo>
                    <a:pt x="242531" y="606298"/>
                  </a:lnTo>
                  <a:lnTo>
                    <a:pt x="282956" y="606298"/>
                  </a:lnTo>
                  <a:lnTo>
                    <a:pt x="282956" y="586092"/>
                  </a:lnTo>
                  <a:lnTo>
                    <a:pt x="284543" y="578218"/>
                  </a:lnTo>
                  <a:lnTo>
                    <a:pt x="288874" y="571792"/>
                  </a:lnTo>
                  <a:lnTo>
                    <a:pt x="295287" y="567461"/>
                  </a:lnTo>
                  <a:lnTo>
                    <a:pt x="303161" y="565873"/>
                  </a:lnTo>
                  <a:lnTo>
                    <a:pt x="311023" y="567461"/>
                  </a:lnTo>
                  <a:lnTo>
                    <a:pt x="317449" y="571792"/>
                  </a:lnTo>
                  <a:lnTo>
                    <a:pt x="321779" y="578218"/>
                  </a:lnTo>
                  <a:lnTo>
                    <a:pt x="323367" y="586092"/>
                  </a:lnTo>
                  <a:lnTo>
                    <a:pt x="323367" y="606298"/>
                  </a:lnTo>
                  <a:lnTo>
                    <a:pt x="363791" y="606298"/>
                  </a:lnTo>
                  <a:lnTo>
                    <a:pt x="363791" y="444627"/>
                  </a:lnTo>
                  <a:lnTo>
                    <a:pt x="363791" y="414299"/>
                  </a:lnTo>
                  <a:close/>
                </a:path>
                <a:path w="606425" h="606425">
                  <a:moveTo>
                    <a:pt x="429094" y="30746"/>
                  </a:moveTo>
                  <a:lnTo>
                    <a:pt x="399300" y="17462"/>
                  </a:lnTo>
                  <a:lnTo>
                    <a:pt x="368084" y="7835"/>
                  </a:lnTo>
                  <a:lnTo>
                    <a:pt x="335889" y="1981"/>
                  </a:lnTo>
                  <a:lnTo>
                    <a:pt x="303161" y="0"/>
                  </a:lnTo>
                  <a:lnTo>
                    <a:pt x="270421" y="1981"/>
                  </a:lnTo>
                  <a:lnTo>
                    <a:pt x="238226" y="7835"/>
                  </a:lnTo>
                  <a:lnTo>
                    <a:pt x="207010" y="17449"/>
                  </a:lnTo>
                  <a:lnTo>
                    <a:pt x="177228" y="30734"/>
                  </a:lnTo>
                  <a:lnTo>
                    <a:pt x="186575" y="48653"/>
                  </a:lnTo>
                  <a:lnTo>
                    <a:pt x="214147" y="36360"/>
                  </a:lnTo>
                  <a:lnTo>
                    <a:pt x="243039" y="27457"/>
                  </a:lnTo>
                  <a:lnTo>
                    <a:pt x="272846" y="22034"/>
                  </a:lnTo>
                  <a:lnTo>
                    <a:pt x="303161" y="20205"/>
                  </a:lnTo>
                  <a:lnTo>
                    <a:pt x="333476" y="22034"/>
                  </a:lnTo>
                  <a:lnTo>
                    <a:pt x="363283" y="27457"/>
                  </a:lnTo>
                  <a:lnTo>
                    <a:pt x="392176" y="36372"/>
                  </a:lnTo>
                  <a:lnTo>
                    <a:pt x="419747" y="48666"/>
                  </a:lnTo>
                  <a:lnTo>
                    <a:pt x="429094" y="30746"/>
                  </a:lnTo>
                  <a:close/>
                </a:path>
                <a:path w="606425" h="606425">
                  <a:moveTo>
                    <a:pt x="434530" y="515366"/>
                  </a:moveTo>
                  <a:lnTo>
                    <a:pt x="373900" y="515366"/>
                  </a:lnTo>
                  <a:lnTo>
                    <a:pt x="373900" y="606298"/>
                  </a:lnTo>
                  <a:lnTo>
                    <a:pt x="434530" y="606298"/>
                  </a:lnTo>
                  <a:lnTo>
                    <a:pt x="434530" y="515366"/>
                  </a:lnTo>
                  <a:close/>
                </a:path>
                <a:path w="606425" h="606425">
                  <a:moveTo>
                    <a:pt x="454723" y="505256"/>
                  </a:moveTo>
                  <a:lnTo>
                    <a:pt x="434517" y="474941"/>
                  </a:lnTo>
                  <a:lnTo>
                    <a:pt x="373888" y="474941"/>
                  </a:lnTo>
                  <a:lnTo>
                    <a:pt x="373888" y="505256"/>
                  </a:lnTo>
                  <a:lnTo>
                    <a:pt x="454723" y="505256"/>
                  </a:lnTo>
                  <a:close/>
                </a:path>
                <a:path w="606425" h="606425">
                  <a:moveTo>
                    <a:pt x="502526" y="459079"/>
                  </a:moveTo>
                  <a:lnTo>
                    <a:pt x="487768" y="445287"/>
                  </a:lnTo>
                  <a:lnTo>
                    <a:pt x="480898" y="452361"/>
                  </a:lnTo>
                  <a:lnTo>
                    <a:pt x="473735" y="459193"/>
                  </a:lnTo>
                  <a:lnTo>
                    <a:pt x="466293" y="465734"/>
                  </a:lnTo>
                  <a:lnTo>
                    <a:pt x="458609" y="471982"/>
                  </a:lnTo>
                  <a:lnTo>
                    <a:pt x="471055" y="487895"/>
                  </a:lnTo>
                  <a:lnTo>
                    <a:pt x="479348" y="481152"/>
                  </a:lnTo>
                  <a:lnTo>
                    <a:pt x="487375" y="474091"/>
                  </a:lnTo>
                  <a:lnTo>
                    <a:pt x="495109" y="466725"/>
                  </a:lnTo>
                  <a:lnTo>
                    <a:pt x="502526" y="459079"/>
                  </a:lnTo>
                  <a:close/>
                </a:path>
                <a:path w="606425" h="606425">
                  <a:moveTo>
                    <a:pt x="546290" y="77914"/>
                  </a:moveTo>
                  <a:lnTo>
                    <a:pt x="543902" y="66116"/>
                  </a:lnTo>
                  <a:lnTo>
                    <a:pt x="537400" y="56476"/>
                  </a:lnTo>
                  <a:lnTo>
                    <a:pt x="527773" y="49987"/>
                  </a:lnTo>
                  <a:lnTo>
                    <a:pt x="515975" y="47599"/>
                  </a:lnTo>
                  <a:lnTo>
                    <a:pt x="504177" y="49987"/>
                  </a:lnTo>
                  <a:lnTo>
                    <a:pt x="494538" y="56476"/>
                  </a:lnTo>
                  <a:lnTo>
                    <a:pt x="488035" y="66116"/>
                  </a:lnTo>
                  <a:lnTo>
                    <a:pt x="485660" y="77914"/>
                  </a:lnTo>
                  <a:lnTo>
                    <a:pt x="488035" y="89712"/>
                  </a:lnTo>
                  <a:lnTo>
                    <a:pt x="494538" y="99352"/>
                  </a:lnTo>
                  <a:lnTo>
                    <a:pt x="504177" y="105841"/>
                  </a:lnTo>
                  <a:lnTo>
                    <a:pt x="515975" y="108229"/>
                  </a:lnTo>
                  <a:lnTo>
                    <a:pt x="527773" y="105841"/>
                  </a:lnTo>
                  <a:lnTo>
                    <a:pt x="537400" y="99352"/>
                  </a:lnTo>
                  <a:lnTo>
                    <a:pt x="543902" y="89712"/>
                  </a:lnTo>
                  <a:lnTo>
                    <a:pt x="546290" y="77914"/>
                  </a:lnTo>
                  <a:close/>
                </a:path>
                <a:path w="606425" h="606425">
                  <a:moveTo>
                    <a:pt x="574192" y="254965"/>
                  </a:moveTo>
                  <a:lnTo>
                    <a:pt x="571855" y="238874"/>
                  </a:lnTo>
                  <a:lnTo>
                    <a:pt x="568566" y="222986"/>
                  </a:lnTo>
                  <a:lnTo>
                    <a:pt x="564349" y="207340"/>
                  </a:lnTo>
                  <a:lnTo>
                    <a:pt x="559206" y="191998"/>
                  </a:lnTo>
                  <a:lnTo>
                    <a:pt x="540245" y="198996"/>
                  </a:lnTo>
                  <a:lnTo>
                    <a:pt x="545007" y="213194"/>
                  </a:lnTo>
                  <a:lnTo>
                    <a:pt x="548919" y="227672"/>
                  </a:lnTo>
                  <a:lnTo>
                    <a:pt x="551954" y="242379"/>
                  </a:lnTo>
                  <a:lnTo>
                    <a:pt x="554126" y="257276"/>
                  </a:lnTo>
                  <a:lnTo>
                    <a:pt x="574192" y="254965"/>
                  </a:lnTo>
                  <a:close/>
                </a:path>
                <a:path w="606425" h="606425">
                  <a:moveTo>
                    <a:pt x="606298" y="353669"/>
                  </a:moveTo>
                  <a:lnTo>
                    <a:pt x="599948" y="322211"/>
                  </a:lnTo>
                  <a:lnTo>
                    <a:pt x="587095" y="303149"/>
                  </a:lnTo>
                  <a:lnTo>
                    <a:pt x="582625" y="296519"/>
                  </a:lnTo>
                  <a:lnTo>
                    <a:pt x="570395" y="288277"/>
                  </a:lnTo>
                  <a:lnTo>
                    <a:pt x="570395" y="364845"/>
                  </a:lnTo>
                  <a:lnTo>
                    <a:pt x="561365" y="382930"/>
                  </a:lnTo>
                  <a:lnTo>
                    <a:pt x="517525" y="360997"/>
                  </a:lnTo>
                  <a:lnTo>
                    <a:pt x="515353" y="357505"/>
                  </a:lnTo>
                  <a:lnTo>
                    <a:pt x="515353" y="303149"/>
                  </a:lnTo>
                  <a:lnTo>
                    <a:pt x="535571" y="303149"/>
                  </a:lnTo>
                  <a:lnTo>
                    <a:pt x="535571" y="347433"/>
                  </a:lnTo>
                  <a:lnTo>
                    <a:pt x="570395" y="364845"/>
                  </a:lnTo>
                  <a:lnTo>
                    <a:pt x="570395" y="288277"/>
                  </a:lnTo>
                  <a:lnTo>
                    <a:pt x="556933" y="279196"/>
                  </a:lnTo>
                  <a:lnTo>
                    <a:pt x="525462" y="272834"/>
                  </a:lnTo>
                  <a:lnTo>
                    <a:pt x="494004" y="279196"/>
                  </a:lnTo>
                  <a:lnTo>
                    <a:pt x="468312" y="296519"/>
                  </a:lnTo>
                  <a:lnTo>
                    <a:pt x="450989" y="322211"/>
                  </a:lnTo>
                  <a:lnTo>
                    <a:pt x="444627" y="353669"/>
                  </a:lnTo>
                  <a:lnTo>
                    <a:pt x="450989" y="385140"/>
                  </a:lnTo>
                  <a:lnTo>
                    <a:pt x="468312" y="410845"/>
                  </a:lnTo>
                  <a:lnTo>
                    <a:pt x="494004" y="428167"/>
                  </a:lnTo>
                  <a:lnTo>
                    <a:pt x="525462" y="434517"/>
                  </a:lnTo>
                  <a:lnTo>
                    <a:pt x="556933" y="428167"/>
                  </a:lnTo>
                  <a:lnTo>
                    <a:pt x="582625" y="410845"/>
                  </a:lnTo>
                  <a:lnTo>
                    <a:pt x="599948" y="385140"/>
                  </a:lnTo>
                  <a:lnTo>
                    <a:pt x="600392" y="382930"/>
                  </a:lnTo>
                  <a:lnTo>
                    <a:pt x="606298" y="353669"/>
                  </a:lnTo>
                  <a:close/>
                </a:path>
                <a:path w="606425" h="606425">
                  <a:moveTo>
                    <a:pt x="606310" y="90944"/>
                  </a:moveTo>
                  <a:lnTo>
                    <a:pt x="599147" y="55587"/>
                  </a:lnTo>
                  <a:lnTo>
                    <a:pt x="586105" y="36258"/>
                  </a:lnTo>
                  <a:lnTo>
                    <a:pt x="586105" y="90944"/>
                  </a:lnTo>
                  <a:lnTo>
                    <a:pt x="584530" y="105752"/>
                  </a:lnTo>
                  <a:lnTo>
                    <a:pt x="580059" y="119481"/>
                  </a:lnTo>
                  <a:lnTo>
                    <a:pt x="572998" y="131813"/>
                  </a:lnTo>
                  <a:lnTo>
                    <a:pt x="563702" y="142455"/>
                  </a:lnTo>
                  <a:lnTo>
                    <a:pt x="556514" y="128727"/>
                  </a:lnTo>
                  <a:lnTo>
                    <a:pt x="545617" y="117894"/>
                  </a:lnTo>
                  <a:lnTo>
                    <a:pt x="531837" y="110782"/>
                  </a:lnTo>
                  <a:lnTo>
                    <a:pt x="515975" y="108229"/>
                  </a:lnTo>
                  <a:lnTo>
                    <a:pt x="505790" y="109258"/>
                  </a:lnTo>
                  <a:lnTo>
                    <a:pt x="470382" y="135534"/>
                  </a:lnTo>
                  <a:lnTo>
                    <a:pt x="467931" y="143268"/>
                  </a:lnTo>
                  <a:lnTo>
                    <a:pt x="458266" y="132549"/>
                  </a:lnTo>
                  <a:lnTo>
                    <a:pt x="450926" y="120040"/>
                  </a:lnTo>
                  <a:lnTo>
                    <a:pt x="446252" y="106057"/>
                  </a:lnTo>
                  <a:lnTo>
                    <a:pt x="444627" y="90944"/>
                  </a:lnTo>
                  <a:lnTo>
                    <a:pt x="450189" y="63436"/>
                  </a:lnTo>
                  <a:lnTo>
                    <a:pt x="465366" y="40957"/>
                  </a:lnTo>
                  <a:lnTo>
                    <a:pt x="487857" y="25781"/>
                  </a:lnTo>
                  <a:lnTo>
                    <a:pt x="515366" y="20205"/>
                  </a:lnTo>
                  <a:lnTo>
                    <a:pt x="542874" y="25781"/>
                  </a:lnTo>
                  <a:lnTo>
                    <a:pt x="565353" y="40957"/>
                  </a:lnTo>
                  <a:lnTo>
                    <a:pt x="580529" y="63436"/>
                  </a:lnTo>
                  <a:lnTo>
                    <a:pt x="586105" y="90944"/>
                  </a:lnTo>
                  <a:lnTo>
                    <a:pt x="586105" y="36258"/>
                  </a:lnTo>
                  <a:lnTo>
                    <a:pt x="579640" y="26670"/>
                  </a:lnTo>
                  <a:lnTo>
                    <a:pt x="570052" y="20205"/>
                  </a:lnTo>
                  <a:lnTo>
                    <a:pt x="550722" y="7162"/>
                  </a:lnTo>
                  <a:lnTo>
                    <a:pt x="515366" y="0"/>
                  </a:lnTo>
                  <a:lnTo>
                    <a:pt x="479996" y="7162"/>
                  </a:lnTo>
                  <a:lnTo>
                    <a:pt x="451091" y="26670"/>
                  </a:lnTo>
                  <a:lnTo>
                    <a:pt x="431571" y="55587"/>
                  </a:lnTo>
                  <a:lnTo>
                    <a:pt x="424421" y="90944"/>
                  </a:lnTo>
                  <a:lnTo>
                    <a:pt x="431571" y="126314"/>
                  </a:lnTo>
                  <a:lnTo>
                    <a:pt x="451091" y="155219"/>
                  </a:lnTo>
                  <a:lnTo>
                    <a:pt x="479996" y="174739"/>
                  </a:lnTo>
                  <a:lnTo>
                    <a:pt x="515366" y="181889"/>
                  </a:lnTo>
                  <a:lnTo>
                    <a:pt x="550722" y="174739"/>
                  </a:lnTo>
                  <a:lnTo>
                    <a:pt x="579640" y="155219"/>
                  </a:lnTo>
                  <a:lnTo>
                    <a:pt x="587705" y="143268"/>
                  </a:lnTo>
                  <a:lnTo>
                    <a:pt x="588251" y="142455"/>
                  </a:lnTo>
                  <a:lnTo>
                    <a:pt x="599147" y="126314"/>
                  </a:lnTo>
                  <a:lnTo>
                    <a:pt x="606310" y="90944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969561" y="4448264"/>
            <a:ext cx="303213" cy="303213"/>
            <a:chOff x="9693215" y="6482107"/>
            <a:chExt cx="606425" cy="606425"/>
          </a:xfrm>
        </p:grpSpPr>
        <p:sp>
          <p:nvSpPr>
            <p:cNvPr id="13" name="object 13"/>
            <p:cNvSpPr/>
            <p:nvPr/>
          </p:nvSpPr>
          <p:spPr>
            <a:xfrm>
              <a:off x="9975455" y="6899032"/>
              <a:ext cx="41910" cy="33020"/>
            </a:xfrm>
            <a:custGeom>
              <a:avLst/>
              <a:gdLst/>
              <a:ahLst/>
              <a:cxnLst/>
              <a:rect l="l" t="t" r="r" b="b"/>
              <a:pathLst>
                <a:path w="41909" h="33020">
                  <a:moveTo>
                    <a:pt x="41808" y="0"/>
                  </a:moveTo>
                  <a:lnTo>
                    <a:pt x="34937" y="749"/>
                  </a:lnTo>
                  <a:lnTo>
                    <a:pt x="27978" y="1219"/>
                  </a:lnTo>
                  <a:lnTo>
                    <a:pt x="20904" y="1219"/>
                  </a:lnTo>
                  <a:lnTo>
                    <a:pt x="13830" y="1219"/>
                  </a:lnTo>
                  <a:lnTo>
                    <a:pt x="6870" y="749"/>
                  </a:lnTo>
                  <a:lnTo>
                    <a:pt x="0" y="0"/>
                  </a:lnTo>
                  <a:lnTo>
                    <a:pt x="0" y="32575"/>
                  </a:lnTo>
                  <a:lnTo>
                    <a:pt x="41808" y="32575"/>
                  </a:lnTo>
                  <a:lnTo>
                    <a:pt x="41808" y="0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45477" y="6482107"/>
              <a:ext cx="104533" cy="10454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693215" y="6607550"/>
              <a:ext cx="156845" cy="481330"/>
            </a:xfrm>
            <a:custGeom>
              <a:avLst/>
              <a:gdLst/>
              <a:ahLst/>
              <a:cxnLst/>
              <a:rect l="l" t="t" r="r" b="b"/>
              <a:pathLst>
                <a:path w="156845" h="481329">
                  <a:moveTo>
                    <a:pt x="114985" y="0"/>
                  </a:moveTo>
                  <a:lnTo>
                    <a:pt x="94068" y="0"/>
                  </a:lnTo>
                  <a:lnTo>
                    <a:pt x="57483" y="7406"/>
                  </a:lnTo>
                  <a:lnTo>
                    <a:pt x="27579" y="27590"/>
                  </a:lnTo>
                  <a:lnTo>
                    <a:pt x="7402" y="57500"/>
                  </a:lnTo>
                  <a:lnTo>
                    <a:pt x="0" y="94081"/>
                  </a:lnTo>
                  <a:lnTo>
                    <a:pt x="0" y="198615"/>
                  </a:lnTo>
                  <a:lnTo>
                    <a:pt x="2466" y="210814"/>
                  </a:lnTo>
                  <a:lnTo>
                    <a:pt x="9191" y="220786"/>
                  </a:lnTo>
                  <a:lnTo>
                    <a:pt x="19159" y="227515"/>
                  </a:lnTo>
                  <a:lnTo>
                    <a:pt x="31356" y="229984"/>
                  </a:lnTo>
                  <a:lnTo>
                    <a:pt x="31356" y="73177"/>
                  </a:lnTo>
                  <a:lnTo>
                    <a:pt x="52260" y="73177"/>
                  </a:lnTo>
                  <a:lnTo>
                    <a:pt x="52260" y="459955"/>
                  </a:lnTo>
                  <a:lnTo>
                    <a:pt x="53905" y="468087"/>
                  </a:lnTo>
                  <a:lnTo>
                    <a:pt x="58388" y="474732"/>
                  </a:lnTo>
                  <a:lnTo>
                    <a:pt x="65033" y="479215"/>
                  </a:lnTo>
                  <a:lnTo>
                    <a:pt x="73164" y="480860"/>
                  </a:lnTo>
                  <a:lnTo>
                    <a:pt x="81295" y="479215"/>
                  </a:lnTo>
                  <a:lnTo>
                    <a:pt x="87941" y="474732"/>
                  </a:lnTo>
                  <a:lnTo>
                    <a:pt x="92424" y="468087"/>
                  </a:lnTo>
                  <a:lnTo>
                    <a:pt x="94068" y="459955"/>
                  </a:lnTo>
                  <a:lnTo>
                    <a:pt x="94068" y="198615"/>
                  </a:lnTo>
                  <a:lnTo>
                    <a:pt x="114985" y="198615"/>
                  </a:lnTo>
                  <a:lnTo>
                    <a:pt x="114985" y="459955"/>
                  </a:lnTo>
                  <a:lnTo>
                    <a:pt x="116630" y="468087"/>
                  </a:lnTo>
                  <a:lnTo>
                    <a:pt x="121113" y="474732"/>
                  </a:lnTo>
                  <a:lnTo>
                    <a:pt x="127758" y="479215"/>
                  </a:lnTo>
                  <a:lnTo>
                    <a:pt x="135889" y="480860"/>
                  </a:lnTo>
                  <a:lnTo>
                    <a:pt x="144021" y="479215"/>
                  </a:lnTo>
                  <a:lnTo>
                    <a:pt x="150666" y="474732"/>
                  </a:lnTo>
                  <a:lnTo>
                    <a:pt x="155149" y="468087"/>
                  </a:lnTo>
                  <a:lnTo>
                    <a:pt x="156794" y="459955"/>
                  </a:lnTo>
                  <a:lnTo>
                    <a:pt x="156794" y="222542"/>
                  </a:lnTo>
                  <a:lnTo>
                    <a:pt x="139251" y="196761"/>
                  </a:lnTo>
                  <a:lnTo>
                    <a:pt x="126103" y="168181"/>
                  </a:lnTo>
                  <a:lnTo>
                    <a:pt x="117848" y="137279"/>
                  </a:lnTo>
                  <a:lnTo>
                    <a:pt x="114985" y="104533"/>
                  </a:lnTo>
                  <a:lnTo>
                    <a:pt x="116947" y="77510"/>
                  </a:lnTo>
                  <a:lnTo>
                    <a:pt x="122634" y="51684"/>
                  </a:lnTo>
                  <a:lnTo>
                    <a:pt x="131745" y="27307"/>
                  </a:lnTo>
                  <a:lnTo>
                    <a:pt x="143979" y="4635"/>
                  </a:lnTo>
                  <a:lnTo>
                    <a:pt x="136927" y="2630"/>
                  </a:lnTo>
                  <a:lnTo>
                    <a:pt x="129740" y="1179"/>
                  </a:lnTo>
                  <a:lnTo>
                    <a:pt x="122423" y="297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70921" y="6586649"/>
              <a:ext cx="250875" cy="2508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142702" y="6607555"/>
              <a:ext cx="156845" cy="481330"/>
            </a:xfrm>
            <a:custGeom>
              <a:avLst/>
              <a:gdLst/>
              <a:ahLst/>
              <a:cxnLst/>
              <a:rect l="l" t="t" r="r" b="b"/>
              <a:pathLst>
                <a:path w="156845" h="481329">
                  <a:moveTo>
                    <a:pt x="62725" y="0"/>
                  </a:moveTo>
                  <a:lnTo>
                    <a:pt x="41821" y="0"/>
                  </a:lnTo>
                  <a:lnTo>
                    <a:pt x="34381" y="297"/>
                  </a:lnTo>
                  <a:lnTo>
                    <a:pt x="27060" y="1179"/>
                  </a:lnTo>
                  <a:lnTo>
                    <a:pt x="19868" y="2630"/>
                  </a:lnTo>
                  <a:lnTo>
                    <a:pt x="12814" y="4635"/>
                  </a:lnTo>
                  <a:lnTo>
                    <a:pt x="25051" y="27307"/>
                  </a:lnTo>
                  <a:lnTo>
                    <a:pt x="34166" y="51684"/>
                  </a:lnTo>
                  <a:lnTo>
                    <a:pt x="39856" y="77510"/>
                  </a:lnTo>
                  <a:lnTo>
                    <a:pt x="41821" y="104533"/>
                  </a:lnTo>
                  <a:lnTo>
                    <a:pt x="38958" y="137272"/>
                  </a:lnTo>
                  <a:lnTo>
                    <a:pt x="30702" y="168171"/>
                  </a:lnTo>
                  <a:lnTo>
                    <a:pt x="17550" y="196754"/>
                  </a:lnTo>
                  <a:lnTo>
                    <a:pt x="0" y="222542"/>
                  </a:lnTo>
                  <a:lnTo>
                    <a:pt x="0" y="459955"/>
                  </a:lnTo>
                  <a:lnTo>
                    <a:pt x="1646" y="468087"/>
                  </a:lnTo>
                  <a:lnTo>
                    <a:pt x="6134" y="474732"/>
                  </a:lnTo>
                  <a:lnTo>
                    <a:pt x="12783" y="479215"/>
                  </a:lnTo>
                  <a:lnTo>
                    <a:pt x="20916" y="480860"/>
                  </a:lnTo>
                  <a:lnTo>
                    <a:pt x="29042" y="479215"/>
                  </a:lnTo>
                  <a:lnTo>
                    <a:pt x="35688" y="474732"/>
                  </a:lnTo>
                  <a:lnTo>
                    <a:pt x="40174" y="468087"/>
                  </a:lnTo>
                  <a:lnTo>
                    <a:pt x="41821" y="459955"/>
                  </a:lnTo>
                  <a:lnTo>
                    <a:pt x="41821" y="198615"/>
                  </a:lnTo>
                  <a:lnTo>
                    <a:pt x="62725" y="198615"/>
                  </a:lnTo>
                  <a:lnTo>
                    <a:pt x="62725" y="459955"/>
                  </a:lnTo>
                  <a:lnTo>
                    <a:pt x="64369" y="468087"/>
                  </a:lnTo>
                  <a:lnTo>
                    <a:pt x="68853" y="474732"/>
                  </a:lnTo>
                  <a:lnTo>
                    <a:pt x="75498" y="479215"/>
                  </a:lnTo>
                  <a:lnTo>
                    <a:pt x="83629" y="480860"/>
                  </a:lnTo>
                  <a:lnTo>
                    <a:pt x="91760" y="479215"/>
                  </a:lnTo>
                  <a:lnTo>
                    <a:pt x="98405" y="474732"/>
                  </a:lnTo>
                  <a:lnTo>
                    <a:pt x="102889" y="468087"/>
                  </a:lnTo>
                  <a:lnTo>
                    <a:pt x="104533" y="459955"/>
                  </a:lnTo>
                  <a:lnTo>
                    <a:pt x="104533" y="73177"/>
                  </a:lnTo>
                  <a:lnTo>
                    <a:pt x="125450" y="73177"/>
                  </a:lnTo>
                  <a:lnTo>
                    <a:pt x="125450" y="229971"/>
                  </a:lnTo>
                  <a:lnTo>
                    <a:pt x="137642" y="227502"/>
                  </a:lnTo>
                  <a:lnTo>
                    <a:pt x="147610" y="220775"/>
                  </a:lnTo>
                  <a:lnTo>
                    <a:pt x="154338" y="210806"/>
                  </a:lnTo>
                  <a:lnTo>
                    <a:pt x="156806" y="198615"/>
                  </a:lnTo>
                  <a:lnTo>
                    <a:pt x="156806" y="94081"/>
                  </a:lnTo>
                  <a:lnTo>
                    <a:pt x="149402" y="57500"/>
                  </a:lnTo>
                  <a:lnTo>
                    <a:pt x="129220" y="27590"/>
                  </a:lnTo>
                  <a:lnTo>
                    <a:pt x="99312" y="7406"/>
                  </a:lnTo>
                  <a:lnTo>
                    <a:pt x="62725" y="0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42707" y="6482107"/>
              <a:ext cx="104533" cy="10454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829089" y="6544843"/>
              <a:ext cx="334645" cy="544195"/>
            </a:xfrm>
            <a:custGeom>
              <a:avLst/>
              <a:gdLst/>
              <a:ahLst/>
              <a:cxnLst/>
              <a:rect l="l" t="t" r="r" b="b"/>
              <a:pathLst>
                <a:path w="334645" h="544195">
                  <a:moveTo>
                    <a:pt x="198628" y="407682"/>
                  </a:moveTo>
                  <a:lnTo>
                    <a:pt x="135902" y="407682"/>
                  </a:lnTo>
                  <a:lnTo>
                    <a:pt x="135902" y="512216"/>
                  </a:lnTo>
                  <a:lnTo>
                    <a:pt x="138366" y="524408"/>
                  </a:lnTo>
                  <a:lnTo>
                    <a:pt x="145097" y="534377"/>
                  </a:lnTo>
                  <a:lnTo>
                    <a:pt x="155067" y="541108"/>
                  </a:lnTo>
                  <a:lnTo>
                    <a:pt x="167259" y="543572"/>
                  </a:lnTo>
                  <a:lnTo>
                    <a:pt x="179463" y="541108"/>
                  </a:lnTo>
                  <a:lnTo>
                    <a:pt x="189433" y="534377"/>
                  </a:lnTo>
                  <a:lnTo>
                    <a:pt x="196164" y="524408"/>
                  </a:lnTo>
                  <a:lnTo>
                    <a:pt x="198628" y="512216"/>
                  </a:lnTo>
                  <a:lnTo>
                    <a:pt x="198628" y="407682"/>
                  </a:lnTo>
                  <a:close/>
                </a:path>
                <a:path w="334645" h="544195">
                  <a:moveTo>
                    <a:pt x="334518" y="167259"/>
                  </a:moveTo>
                  <a:lnTo>
                    <a:pt x="328536" y="122847"/>
                  </a:lnTo>
                  <a:lnTo>
                    <a:pt x="313601" y="87515"/>
                  </a:lnTo>
                  <a:lnTo>
                    <a:pt x="313601" y="167259"/>
                  </a:lnTo>
                  <a:lnTo>
                    <a:pt x="306133" y="213461"/>
                  </a:lnTo>
                  <a:lnTo>
                    <a:pt x="285330" y="253631"/>
                  </a:lnTo>
                  <a:lnTo>
                    <a:pt x="253631" y="285330"/>
                  </a:lnTo>
                  <a:lnTo>
                    <a:pt x="213474" y="306120"/>
                  </a:lnTo>
                  <a:lnTo>
                    <a:pt x="167259" y="313601"/>
                  </a:lnTo>
                  <a:lnTo>
                    <a:pt x="121056" y="306120"/>
                  </a:lnTo>
                  <a:lnTo>
                    <a:pt x="80886" y="285330"/>
                  </a:lnTo>
                  <a:lnTo>
                    <a:pt x="49199" y="253631"/>
                  </a:lnTo>
                  <a:lnTo>
                    <a:pt x="28397" y="213461"/>
                  </a:lnTo>
                  <a:lnTo>
                    <a:pt x="20916" y="167259"/>
                  </a:lnTo>
                  <a:lnTo>
                    <a:pt x="28397" y="121043"/>
                  </a:lnTo>
                  <a:lnTo>
                    <a:pt x="49199" y="80873"/>
                  </a:lnTo>
                  <a:lnTo>
                    <a:pt x="80886" y="49174"/>
                  </a:lnTo>
                  <a:lnTo>
                    <a:pt x="121056" y="28371"/>
                  </a:lnTo>
                  <a:lnTo>
                    <a:pt x="167259" y="20904"/>
                  </a:lnTo>
                  <a:lnTo>
                    <a:pt x="213474" y="28371"/>
                  </a:lnTo>
                  <a:lnTo>
                    <a:pt x="253631" y="49174"/>
                  </a:lnTo>
                  <a:lnTo>
                    <a:pt x="285330" y="80873"/>
                  </a:lnTo>
                  <a:lnTo>
                    <a:pt x="306133" y="121043"/>
                  </a:lnTo>
                  <a:lnTo>
                    <a:pt x="313601" y="167259"/>
                  </a:lnTo>
                  <a:lnTo>
                    <a:pt x="313601" y="87515"/>
                  </a:lnTo>
                  <a:lnTo>
                    <a:pt x="285572" y="49174"/>
                  </a:lnTo>
                  <a:lnTo>
                    <a:pt x="251612" y="22872"/>
                  </a:lnTo>
                  <a:lnTo>
                    <a:pt x="211670" y="5981"/>
                  </a:lnTo>
                  <a:lnTo>
                    <a:pt x="167259" y="0"/>
                  </a:lnTo>
                  <a:lnTo>
                    <a:pt x="122859" y="5981"/>
                  </a:lnTo>
                  <a:lnTo>
                    <a:pt x="82918" y="22872"/>
                  </a:lnTo>
                  <a:lnTo>
                    <a:pt x="49060" y="49047"/>
                  </a:lnTo>
                  <a:lnTo>
                    <a:pt x="22872" y="82905"/>
                  </a:lnTo>
                  <a:lnTo>
                    <a:pt x="5994" y="122847"/>
                  </a:lnTo>
                  <a:lnTo>
                    <a:pt x="0" y="167259"/>
                  </a:lnTo>
                  <a:lnTo>
                    <a:pt x="5994" y="211670"/>
                  </a:lnTo>
                  <a:lnTo>
                    <a:pt x="22872" y="251599"/>
                  </a:lnTo>
                  <a:lnTo>
                    <a:pt x="48945" y="285330"/>
                  </a:lnTo>
                  <a:lnTo>
                    <a:pt x="82918" y="311632"/>
                  </a:lnTo>
                  <a:lnTo>
                    <a:pt x="122859" y="328523"/>
                  </a:lnTo>
                  <a:lnTo>
                    <a:pt x="167259" y="334505"/>
                  </a:lnTo>
                  <a:lnTo>
                    <a:pt x="211670" y="328523"/>
                  </a:lnTo>
                  <a:lnTo>
                    <a:pt x="246964" y="313601"/>
                  </a:lnTo>
                  <a:lnTo>
                    <a:pt x="285470" y="285457"/>
                  </a:lnTo>
                  <a:lnTo>
                    <a:pt x="311658" y="251599"/>
                  </a:lnTo>
                  <a:lnTo>
                    <a:pt x="328536" y="211670"/>
                  </a:lnTo>
                  <a:lnTo>
                    <a:pt x="334518" y="167259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</p:grpSp>
    </p:spTree>
    <p:extLst>
      <p:ext uri="{BB962C8B-B14F-4D97-AF65-F5344CB8AC3E}">
        <p14:creationId xmlns:p14="http://schemas.microsoft.com/office/powerpoint/2010/main" val="377907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EF2CD-0896-8A92-B279-3BFF9F9906AD}"/>
              </a:ext>
            </a:extLst>
          </p:cNvPr>
          <p:cNvSpPr txBox="1"/>
          <p:nvPr/>
        </p:nvSpPr>
        <p:spPr>
          <a:xfrm>
            <a:off x="360485" y="70310"/>
            <a:ext cx="6163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spc="-5" dirty="0"/>
              <a:t>Development Methodology</a:t>
            </a:r>
            <a:endParaRPr lang="en-IN" sz="3200" dirty="0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6652" y="1475133"/>
            <a:ext cx="3907733" cy="3907733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BC9F60-F9F6-F2FE-12DD-E8D3B2B61AD7}"/>
              </a:ext>
            </a:extLst>
          </p:cNvPr>
          <p:cNvSpPr txBox="1">
            <a:spLocks/>
          </p:cNvSpPr>
          <p:nvPr/>
        </p:nvSpPr>
        <p:spPr>
          <a:xfrm>
            <a:off x="96715" y="1521071"/>
            <a:ext cx="4475285" cy="45255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Phased Development Approach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Adopts an incremental software development model for structured, stepwise progress.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Requirement Analysis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both functional and non-functional requirements, including user roles and system security.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Design &amp; Testing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wireframes, database schemas, and workflow diagrams to guide development.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unit and integration testing ensure reliability.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&amp; Future Enhancements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upgrades include AI-based complaint categorization and automated prioritization.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34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EE125-78EF-ECED-6C46-2F87377712F0}"/>
              </a:ext>
            </a:extLst>
          </p:cNvPr>
          <p:cNvSpPr txBox="1"/>
          <p:nvPr/>
        </p:nvSpPr>
        <p:spPr>
          <a:xfrm>
            <a:off x="1204546" y="105480"/>
            <a:ext cx="45895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spc="-353" dirty="0"/>
              <a:t>T</a:t>
            </a:r>
            <a:r>
              <a:rPr lang="en-IN" sz="3200" spc="25" dirty="0"/>
              <a:t>a</a:t>
            </a:r>
            <a:r>
              <a:rPr lang="en-IN" sz="3200" spc="-120" dirty="0"/>
              <a:t>k</a:t>
            </a:r>
            <a:r>
              <a:rPr lang="en-IN" sz="3200" spc="25" dirty="0"/>
              <a:t>e</a:t>
            </a:r>
            <a:r>
              <a:rPr lang="en-IN" sz="3200" spc="-73" dirty="0"/>
              <a:t>a</a:t>
            </a:r>
            <a:r>
              <a:rPr lang="en-IN" sz="3200" spc="-70" dirty="0"/>
              <a:t>w</a:t>
            </a:r>
            <a:r>
              <a:rPr lang="en-IN" sz="3200" spc="-73" dirty="0"/>
              <a:t>a</a:t>
            </a:r>
            <a:r>
              <a:rPr lang="en-IN" sz="3200" spc="-70" dirty="0"/>
              <a:t>y</a:t>
            </a:r>
            <a:r>
              <a:rPr lang="en-IN" sz="3200" spc="25" dirty="0"/>
              <a:t>s</a:t>
            </a:r>
            <a:r>
              <a:rPr lang="en-IN" sz="3200" spc="-907" dirty="0"/>
              <a:t> </a:t>
            </a:r>
            <a:r>
              <a:rPr lang="en-IN" sz="3200" spc="678" dirty="0"/>
              <a:t>&amp;</a:t>
            </a:r>
            <a:r>
              <a:rPr lang="en-IN" sz="3200" spc="-907" dirty="0"/>
              <a:t> </a:t>
            </a:r>
            <a:r>
              <a:rPr lang="en-IN" sz="3200" spc="-8" dirty="0"/>
              <a:t>Impact</a:t>
            </a:r>
            <a:endParaRPr lang="en-IN" sz="3200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8552" y="1357844"/>
            <a:ext cx="3967163" cy="1690688"/>
          </a:xfrm>
          <a:prstGeom prst="rect">
            <a:avLst/>
          </a:prstGeom>
        </p:spPr>
      </p:pic>
      <p:pic>
        <p:nvPicPr>
          <p:cNvPr id="4" name="object 7">
            <a:extLst>
              <a:ext uri="{FF2B5EF4-FFF2-40B4-BE49-F238E27FC236}">
                <a16:creationId xmlns:a16="http://schemas.microsoft.com/office/drawing/2014/main" id="{C10EC582-44EE-AEAE-3F96-54750E6AE2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98" y="4546521"/>
            <a:ext cx="3967163" cy="1690688"/>
          </a:xfrm>
          <a:prstGeom prst="rect">
            <a:avLst/>
          </a:prstGeom>
        </p:spPr>
      </p:pic>
      <p:pic>
        <p:nvPicPr>
          <p:cNvPr id="5" name="object 7">
            <a:extLst>
              <a:ext uri="{FF2B5EF4-FFF2-40B4-BE49-F238E27FC236}">
                <a16:creationId xmlns:a16="http://schemas.microsoft.com/office/drawing/2014/main" id="{5A808E81-AA4B-B01F-E3EB-0EAD9A2303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8552" y="4546521"/>
            <a:ext cx="3967163" cy="1690688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02848372-232B-1FD1-0646-82D2E72BC8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937" y="1357844"/>
            <a:ext cx="3967163" cy="169068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06706" y="1945276"/>
            <a:ext cx="3293745" cy="86049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Eﬃcient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Complaint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Resolution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Digitizes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grievance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handling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for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faster</a:t>
            </a:r>
            <a:r>
              <a:rPr sz="1400" b="1" spc="-720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esponse</a:t>
            </a:r>
            <a:r>
              <a:rPr sz="1400" b="1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 improved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tracking.</a:t>
            </a:r>
            <a:endParaRPr sz="1400" dirty="0">
              <a:latin typeface="Century Gothic Pro"/>
              <a:cs typeface="Century Gothic Pr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6706" y="1500113"/>
            <a:ext cx="303213" cy="302895"/>
            <a:chOff x="1571114" y="2818965"/>
            <a:chExt cx="606425" cy="60579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3113" y="2980128"/>
              <a:ext cx="141465" cy="18188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571104" y="2818967"/>
              <a:ext cx="606425" cy="605790"/>
            </a:xfrm>
            <a:custGeom>
              <a:avLst/>
              <a:gdLst/>
              <a:ahLst/>
              <a:cxnLst/>
              <a:rect l="l" t="t" r="r" b="b"/>
              <a:pathLst>
                <a:path w="606425" h="605789">
                  <a:moveTo>
                    <a:pt x="60642" y="44437"/>
                  </a:moveTo>
                  <a:lnTo>
                    <a:pt x="56121" y="39903"/>
                  </a:lnTo>
                  <a:lnTo>
                    <a:pt x="44958" y="39903"/>
                  </a:lnTo>
                  <a:lnTo>
                    <a:pt x="40436" y="44437"/>
                  </a:lnTo>
                  <a:lnTo>
                    <a:pt x="40436" y="55587"/>
                  </a:lnTo>
                  <a:lnTo>
                    <a:pt x="44958" y="60121"/>
                  </a:lnTo>
                  <a:lnTo>
                    <a:pt x="56121" y="60121"/>
                  </a:lnTo>
                  <a:lnTo>
                    <a:pt x="60642" y="55587"/>
                  </a:lnTo>
                  <a:lnTo>
                    <a:pt x="60642" y="50012"/>
                  </a:lnTo>
                  <a:lnTo>
                    <a:pt x="60642" y="44437"/>
                  </a:lnTo>
                  <a:close/>
                </a:path>
                <a:path w="606425" h="605789">
                  <a:moveTo>
                    <a:pt x="101053" y="44437"/>
                  </a:moveTo>
                  <a:lnTo>
                    <a:pt x="96532" y="39903"/>
                  </a:lnTo>
                  <a:lnTo>
                    <a:pt x="85369" y="39903"/>
                  </a:lnTo>
                  <a:lnTo>
                    <a:pt x="80848" y="44437"/>
                  </a:lnTo>
                  <a:lnTo>
                    <a:pt x="80848" y="55587"/>
                  </a:lnTo>
                  <a:lnTo>
                    <a:pt x="85369" y="60121"/>
                  </a:lnTo>
                  <a:lnTo>
                    <a:pt x="96532" y="60121"/>
                  </a:lnTo>
                  <a:lnTo>
                    <a:pt x="101053" y="55587"/>
                  </a:lnTo>
                  <a:lnTo>
                    <a:pt x="101053" y="50012"/>
                  </a:lnTo>
                  <a:lnTo>
                    <a:pt x="101053" y="44437"/>
                  </a:lnTo>
                  <a:close/>
                </a:path>
                <a:path w="606425" h="605789">
                  <a:moveTo>
                    <a:pt x="141478" y="44437"/>
                  </a:moveTo>
                  <a:lnTo>
                    <a:pt x="136956" y="39903"/>
                  </a:lnTo>
                  <a:lnTo>
                    <a:pt x="125793" y="39903"/>
                  </a:lnTo>
                  <a:lnTo>
                    <a:pt x="121272" y="44437"/>
                  </a:lnTo>
                  <a:lnTo>
                    <a:pt x="121272" y="55587"/>
                  </a:lnTo>
                  <a:lnTo>
                    <a:pt x="125793" y="60121"/>
                  </a:lnTo>
                  <a:lnTo>
                    <a:pt x="136956" y="60121"/>
                  </a:lnTo>
                  <a:lnTo>
                    <a:pt x="141478" y="55587"/>
                  </a:lnTo>
                  <a:lnTo>
                    <a:pt x="141478" y="50012"/>
                  </a:lnTo>
                  <a:lnTo>
                    <a:pt x="141478" y="44437"/>
                  </a:lnTo>
                  <a:close/>
                </a:path>
                <a:path w="606425" h="605789">
                  <a:moveTo>
                    <a:pt x="212204" y="448627"/>
                  </a:moveTo>
                  <a:lnTo>
                    <a:pt x="207695" y="444106"/>
                  </a:lnTo>
                  <a:lnTo>
                    <a:pt x="101053" y="444106"/>
                  </a:lnTo>
                  <a:lnTo>
                    <a:pt x="95465" y="444106"/>
                  </a:lnTo>
                  <a:lnTo>
                    <a:pt x="90944" y="448627"/>
                  </a:lnTo>
                  <a:lnTo>
                    <a:pt x="90944" y="459803"/>
                  </a:lnTo>
                  <a:lnTo>
                    <a:pt x="95465" y="464312"/>
                  </a:lnTo>
                  <a:lnTo>
                    <a:pt x="207695" y="464312"/>
                  </a:lnTo>
                  <a:lnTo>
                    <a:pt x="212204" y="459803"/>
                  </a:lnTo>
                  <a:lnTo>
                    <a:pt x="212204" y="448627"/>
                  </a:lnTo>
                  <a:close/>
                </a:path>
                <a:path w="606425" h="605789">
                  <a:moveTo>
                    <a:pt x="212217" y="489051"/>
                  </a:moveTo>
                  <a:lnTo>
                    <a:pt x="207695" y="484530"/>
                  </a:lnTo>
                  <a:lnTo>
                    <a:pt x="202107" y="484530"/>
                  </a:lnTo>
                  <a:lnTo>
                    <a:pt x="95465" y="484530"/>
                  </a:lnTo>
                  <a:lnTo>
                    <a:pt x="90957" y="489051"/>
                  </a:lnTo>
                  <a:lnTo>
                    <a:pt x="90957" y="500227"/>
                  </a:lnTo>
                  <a:lnTo>
                    <a:pt x="95465" y="504736"/>
                  </a:lnTo>
                  <a:lnTo>
                    <a:pt x="207695" y="504736"/>
                  </a:lnTo>
                  <a:lnTo>
                    <a:pt x="212217" y="500227"/>
                  </a:lnTo>
                  <a:lnTo>
                    <a:pt x="212217" y="489051"/>
                  </a:lnTo>
                  <a:close/>
                </a:path>
                <a:path w="606425" h="605789">
                  <a:moveTo>
                    <a:pt x="363791" y="44437"/>
                  </a:moveTo>
                  <a:lnTo>
                    <a:pt x="359270" y="39916"/>
                  </a:lnTo>
                  <a:lnTo>
                    <a:pt x="212217" y="39916"/>
                  </a:lnTo>
                  <a:lnTo>
                    <a:pt x="206629" y="39916"/>
                  </a:lnTo>
                  <a:lnTo>
                    <a:pt x="202107" y="44437"/>
                  </a:lnTo>
                  <a:lnTo>
                    <a:pt x="202107" y="55613"/>
                  </a:lnTo>
                  <a:lnTo>
                    <a:pt x="206629" y="60121"/>
                  </a:lnTo>
                  <a:lnTo>
                    <a:pt x="359270" y="60121"/>
                  </a:lnTo>
                  <a:lnTo>
                    <a:pt x="363791" y="55613"/>
                  </a:lnTo>
                  <a:lnTo>
                    <a:pt x="363791" y="44437"/>
                  </a:lnTo>
                  <a:close/>
                </a:path>
                <a:path w="606425" h="605789">
                  <a:moveTo>
                    <a:pt x="495147" y="44437"/>
                  </a:moveTo>
                  <a:lnTo>
                    <a:pt x="490626" y="39916"/>
                  </a:lnTo>
                  <a:lnTo>
                    <a:pt x="404202" y="39916"/>
                  </a:lnTo>
                  <a:lnTo>
                    <a:pt x="398614" y="39916"/>
                  </a:lnTo>
                  <a:lnTo>
                    <a:pt x="394093" y="44437"/>
                  </a:lnTo>
                  <a:lnTo>
                    <a:pt x="394093" y="55613"/>
                  </a:lnTo>
                  <a:lnTo>
                    <a:pt x="398614" y="60121"/>
                  </a:lnTo>
                  <a:lnTo>
                    <a:pt x="490626" y="60121"/>
                  </a:lnTo>
                  <a:lnTo>
                    <a:pt x="495147" y="55613"/>
                  </a:lnTo>
                  <a:lnTo>
                    <a:pt x="495147" y="44437"/>
                  </a:lnTo>
                  <a:close/>
                </a:path>
                <a:path w="606425" h="605789">
                  <a:moveTo>
                    <a:pt x="525462" y="125272"/>
                  </a:moveTo>
                  <a:lnTo>
                    <a:pt x="520941" y="120751"/>
                  </a:lnTo>
                  <a:lnTo>
                    <a:pt x="505256" y="120751"/>
                  </a:lnTo>
                  <a:lnTo>
                    <a:pt x="505256" y="140970"/>
                  </a:lnTo>
                  <a:lnTo>
                    <a:pt x="505256" y="161175"/>
                  </a:lnTo>
                  <a:lnTo>
                    <a:pt x="485051" y="161175"/>
                  </a:lnTo>
                  <a:lnTo>
                    <a:pt x="485051" y="140970"/>
                  </a:lnTo>
                  <a:lnTo>
                    <a:pt x="505256" y="140970"/>
                  </a:lnTo>
                  <a:lnTo>
                    <a:pt x="505256" y="120751"/>
                  </a:lnTo>
                  <a:lnTo>
                    <a:pt x="469353" y="120751"/>
                  </a:lnTo>
                  <a:lnTo>
                    <a:pt x="464832" y="125272"/>
                  </a:lnTo>
                  <a:lnTo>
                    <a:pt x="464832" y="176872"/>
                  </a:lnTo>
                  <a:lnTo>
                    <a:pt x="469353" y="181381"/>
                  </a:lnTo>
                  <a:lnTo>
                    <a:pt x="520941" y="181381"/>
                  </a:lnTo>
                  <a:lnTo>
                    <a:pt x="525462" y="176872"/>
                  </a:lnTo>
                  <a:lnTo>
                    <a:pt x="525462" y="161175"/>
                  </a:lnTo>
                  <a:lnTo>
                    <a:pt x="525462" y="140970"/>
                  </a:lnTo>
                  <a:lnTo>
                    <a:pt x="525462" y="125272"/>
                  </a:lnTo>
                  <a:close/>
                </a:path>
                <a:path w="606425" h="605789">
                  <a:moveTo>
                    <a:pt x="525475" y="246532"/>
                  </a:moveTo>
                  <a:lnTo>
                    <a:pt x="520954" y="242011"/>
                  </a:lnTo>
                  <a:lnTo>
                    <a:pt x="515366" y="242011"/>
                  </a:lnTo>
                  <a:lnTo>
                    <a:pt x="489572" y="242011"/>
                  </a:lnTo>
                  <a:lnTo>
                    <a:pt x="485051" y="246532"/>
                  </a:lnTo>
                  <a:lnTo>
                    <a:pt x="485051" y="257708"/>
                  </a:lnTo>
                  <a:lnTo>
                    <a:pt x="489572" y="262216"/>
                  </a:lnTo>
                  <a:lnTo>
                    <a:pt x="520954" y="262216"/>
                  </a:lnTo>
                  <a:lnTo>
                    <a:pt x="525475" y="257708"/>
                  </a:lnTo>
                  <a:lnTo>
                    <a:pt x="525475" y="246532"/>
                  </a:lnTo>
                  <a:close/>
                </a:path>
                <a:path w="606425" h="605789">
                  <a:moveTo>
                    <a:pt x="525475" y="206108"/>
                  </a:moveTo>
                  <a:lnTo>
                    <a:pt x="520954" y="201587"/>
                  </a:lnTo>
                  <a:lnTo>
                    <a:pt x="515366" y="201587"/>
                  </a:lnTo>
                  <a:lnTo>
                    <a:pt x="469353" y="201587"/>
                  </a:lnTo>
                  <a:lnTo>
                    <a:pt x="464845" y="206108"/>
                  </a:lnTo>
                  <a:lnTo>
                    <a:pt x="464845" y="217284"/>
                  </a:lnTo>
                  <a:lnTo>
                    <a:pt x="469353" y="221792"/>
                  </a:lnTo>
                  <a:lnTo>
                    <a:pt x="520954" y="221792"/>
                  </a:lnTo>
                  <a:lnTo>
                    <a:pt x="525475" y="217284"/>
                  </a:lnTo>
                  <a:lnTo>
                    <a:pt x="525475" y="206108"/>
                  </a:lnTo>
                  <a:close/>
                </a:path>
                <a:path w="606425" h="605789">
                  <a:moveTo>
                    <a:pt x="606298" y="539750"/>
                  </a:moveTo>
                  <a:lnTo>
                    <a:pt x="603135" y="532130"/>
                  </a:lnTo>
                  <a:lnTo>
                    <a:pt x="597420" y="525780"/>
                  </a:lnTo>
                  <a:lnTo>
                    <a:pt x="586092" y="514477"/>
                  </a:lnTo>
                  <a:lnTo>
                    <a:pt x="586092" y="544830"/>
                  </a:lnTo>
                  <a:lnTo>
                    <a:pt x="586092" y="549910"/>
                  </a:lnTo>
                  <a:lnTo>
                    <a:pt x="585038" y="552450"/>
                  </a:lnTo>
                  <a:lnTo>
                    <a:pt x="583133" y="554990"/>
                  </a:lnTo>
                  <a:lnTo>
                    <a:pt x="550722" y="586740"/>
                  </a:lnTo>
                  <a:lnTo>
                    <a:pt x="544093" y="586740"/>
                  </a:lnTo>
                  <a:lnTo>
                    <a:pt x="443445" y="486410"/>
                  </a:lnTo>
                  <a:lnTo>
                    <a:pt x="443445" y="480060"/>
                  </a:lnTo>
                  <a:lnTo>
                    <a:pt x="468985" y="454660"/>
                  </a:lnTo>
                  <a:lnTo>
                    <a:pt x="477926" y="445770"/>
                  </a:lnTo>
                  <a:lnTo>
                    <a:pt x="480517" y="444500"/>
                  </a:lnTo>
                  <a:lnTo>
                    <a:pt x="485686" y="444500"/>
                  </a:lnTo>
                  <a:lnTo>
                    <a:pt x="488276" y="445770"/>
                  </a:lnTo>
                  <a:lnTo>
                    <a:pt x="585038" y="542290"/>
                  </a:lnTo>
                  <a:lnTo>
                    <a:pt x="586092" y="544830"/>
                  </a:lnTo>
                  <a:lnTo>
                    <a:pt x="586092" y="514477"/>
                  </a:lnTo>
                  <a:lnTo>
                    <a:pt x="515988" y="444500"/>
                  </a:lnTo>
                  <a:lnTo>
                    <a:pt x="504532" y="433070"/>
                  </a:lnTo>
                  <a:lnTo>
                    <a:pt x="496824" y="427990"/>
                  </a:lnTo>
                  <a:lnTo>
                    <a:pt x="488073" y="424180"/>
                  </a:lnTo>
                  <a:lnTo>
                    <a:pt x="478955" y="424180"/>
                  </a:lnTo>
                  <a:lnTo>
                    <a:pt x="470141" y="427990"/>
                  </a:lnTo>
                  <a:lnTo>
                    <a:pt x="454533" y="412267"/>
                  </a:lnTo>
                  <a:lnTo>
                    <a:pt x="454533" y="440690"/>
                  </a:lnTo>
                  <a:lnTo>
                    <a:pt x="440232" y="454660"/>
                  </a:lnTo>
                  <a:lnTo>
                    <a:pt x="406819" y="421640"/>
                  </a:lnTo>
                  <a:lnTo>
                    <a:pt x="393966" y="408940"/>
                  </a:lnTo>
                  <a:lnTo>
                    <a:pt x="396468" y="406400"/>
                  </a:lnTo>
                  <a:lnTo>
                    <a:pt x="399046" y="403860"/>
                  </a:lnTo>
                  <a:lnTo>
                    <a:pt x="403860" y="398780"/>
                  </a:lnTo>
                  <a:lnTo>
                    <a:pt x="406006" y="396240"/>
                  </a:lnTo>
                  <a:lnTo>
                    <a:pt x="408254" y="393700"/>
                  </a:lnTo>
                  <a:lnTo>
                    <a:pt x="454533" y="440690"/>
                  </a:lnTo>
                  <a:lnTo>
                    <a:pt x="454533" y="412267"/>
                  </a:lnTo>
                  <a:lnTo>
                    <a:pt x="436118" y="393700"/>
                  </a:lnTo>
                  <a:lnTo>
                    <a:pt x="420992" y="378460"/>
                  </a:lnTo>
                  <a:lnTo>
                    <a:pt x="435470" y="354330"/>
                  </a:lnTo>
                  <a:lnTo>
                    <a:pt x="446036" y="328930"/>
                  </a:lnTo>
                  <a:lnTo>
                    <a:pt x="452526" y="300990"/>
                  </a:lnTo>
                  <a:lnTo>
                    <a:pt x="454723" y="273050"/>
                  </a:lnTo>
                  <a:lnTo>
                    <a:pt x="452437" y="245110"/>
                  </a:lnTo>
                  <a:lnTo>
                    <a:pt x="452335" y="243840"/>
                  </a:lnTo>
                  <a:lnTo>
                    <a:pt x="432968" y="186690"/>
                  </a:lnTo>
                  <a:lnTo>
                    <a:pt x="416623" y="161290"/>
                  </a:lnTo>
                  <a:lnTo>
                    <a:pt x="440105" y="161290"/>
                  </a:lnTo>
                  <a:lnTo>
                    <a:pt x="444627" y="157480"/>
                  </a:lnTo>
                  <a:lnTo>
                    <a:pt x="444627" y="146050"/>
                  </a:lnTo>
                  <a:lnTo>
                    <a:pt x="440105" y="140970"/>
                  </a:lnTo>
                  <a:lnTo>
                    <a:pt x="398424" y="140970"/>
                  </a:lnTo>
                  <a:lnTo>
                    <a:pt x="383324" y="128270"/>
                  </a:lnTo>
                  <a:lnTo>
                    <a:pt x="367195" y="118110"/>
                  </a:lnTo>
                  <a:lnTo>
                    <a:pt x="356577" y="111760"/>
                  </a:lnTo>
                  <a:lnTo>
                    <a:pt x="350202" y="107950"/>
                  </a:lnTo>
                  <a:lnTo>
                    <a:pt x="332473" y="101600"/>
                  </a:lnTo>
                  <a:lnTo>
                    <a:pt x="520941" y="101600"/>
                  </a:lnTo>
                  <a:lnTo>
                    <a:pt x="525462" y="96520"/>
                  </a:lnTo>
                  <a:lnTo>
                    <a:pt x="525462" y="85090"/>
                  </a:lnTo>
                  <a:lnTo>
                    <a:pt x="520941" y="81280"/>
                  </a:lnTo>
                  <a:lnTo>
                    <a:pt x="181889" y="81280"/>
                  </a:lnTo>
                  <a:lnTo>
                    <a:pt x="181889" y="20320"/>
                  </a:lnTo>
                  <a:lnTo>
                    <a:pt x="545668" y="20320"/>
                  </a:lnTo>
                  <a:lnTo>
                    <a:pt x="545668" y="453390"/>
                  </a:lnTo>
                  <a:lnTo>
                    <a:pt x="550189" y="458470"/>
                  </a:lnTo>
                  <a:lnTo>
                    <a:pt x="561365" y="458470"/>
                  </a:lnTo>
                  <a:lnTo>
                    <a:pt x="565886" y="453390"/>
                  </a:lnTo>
                  <a:lnTo>
                    <a:pt x="565886" y="20320"/>
                  </a:lnTo>
                  <a:lnTo>
                    <a:pt x="565886" y="5080"/>
                  </a:lnTo>
                  <a:lnTo>
                    <a:pt x="561365" y="0"/>
                  </a:lnTo>
                  <a:lnTo>
                    <a:pt x="161683" y="0"/>
                  </a:lnTo>
                  <a:lnTo>
                    <a:pt x="161683" y="20320"/>
                  </a:lnTo>
                  <a:lnTo>
                    <a:pt x="161683" y="81280"/>
                  </a:lnTo>
                  <a:lnTo>
                    <a:pt x="20218" y="81280"/>
                  </a:lnTo>
                  <a:lnTo>
                    <a:pt x="20218" y="20320"/>
                  </a:lnTo>
                  <a:lnTo>
                    <a:pt x="161683" y="20320"/>
                  </a:lnTo>
                  <a:lnTo>
                    <a:pt x="161683" y="0"/>
                  </a:lnTo>
                  <a:lnTo>
                    <a:pt x="4521" y="0"/>
                  </a:lnTo>
                  <a:lnTo>
                    <a:pt x="0" y="5080"/>
                  </a:lnTo>
                  <a:lnTo>
                    <a:pt x="0" y="228600"/>
                  </a:lnTo>
                  <a:lnTo>
                    <a:pt x="4521" y="232410"/>
                  </a:lnTo>
                  <a:lnTo>
                    <a:pt x="15697" y="232410"/>
                  </a:lnTo>
                  <a:lnTo>
                    <a:pt x="20218" y="228600"/>
                  </a:lnTo>
                  <a:lnTo>
                    <a:pt x="20218" y="101600"/>
                  </a:lnTo>
                  <a:lnTo>
                    <a:pt x="213652" y="101600"/>
                  </a:lnTo>
                  <a:lnTo>
                    <a:pt x="172923" y="120650"/>
                  </a:lnTo>
                  <a:lnTo>
                    <a:pt x="155181" y="139700"/>
                  </a:lnTo>
                  <a:lnTo>
                    <a:pt x="162115" y="148590"/>
                  </a:lnTo>
                  <a:lnTo>
                    <a:pt x="168465" y="149860"/>
                  </a:lnTo>
                  <a:lnTo>
                    <a:pt x="172834" y="146050"/>
                  </a:lnTo>
                  <a:lnTo>
                    <a:pt x="212801" y="123190"/>
                  </a:lnTo>
                  <a:lnTo>
                    <a:pt x="256311" y="111760"/>
                  </a:lnTo>
                  <a:lnTo>
                    <a:pt x="300672" y="114300"/>
                  </a:lnTo>
                  <a:lnTo>
                    <a:pt x="343204" y="127000"/>
                  </a:lnTo>
                  <a:lnTo>
                    <a:pt x="381228" y="153670"/>
                  </a:lnTo>
                  <a:lnTo>
                    <a:pt x="370357" y="170180"/>
                  </a:lnTo>
                  <a:lnTo>
                    <a:pt x="349123" y="153670"/>
                  </a:lnTo>
                  <a:lnTo>
                    <a:pt x="344385" y="151130"/>
                  </a:lnTo>
                  <a:lnTo>
                    <a:pt x="325424" y="140970"/>
                  </a:lnTo>
                  <a:lnTo>
                    <a:pt x="299821" y="134620"/>
                  </a:lnTo>
                  <a:lnTo>
                    <a:pt x="272834" y="132080"/>
                  </a:lnTo>
                  <a:lnTo>
                    <a:pt x="245021" y="134620"/>
                  </a:lnTo>
                  <a:lnTo>
                    <a:pt x="194398" y="154940"/>
                  </a:lnTo>
                  <a:lnTo>
                    <a:pt x="155067" y="194310"/>
                  </a:lnTo>
                  <a:lnTo>
                    <a:pt x="134086" y="245110"/>
                  </a:lnTo>
                  <a:lnTo>
                    <a:pt x="131368" y="273050"/>
                  </a:lnTo>
                  <a:lnTo>
                    <a:pt x="134086" y="300990"/>
                  </a:lnTo>
                  <a:lnTo>
                    <a:pt x="155054" y="351790"/>
                  </a:lnTo>
                  <a:lnTo>
                    <a:pt x="194411" y="391160"/>
                  </a:lnTo>
                  <a:lnTo>
                    <a:pt x="245033" y="411480"/>
                  </a:lnTo>
                  <a:lnTo>
                    <a:pt x="272834" y="414020"/>
                  </a:lnTo>
                  <a:lnTo>
                    <a:pt x="300647" y="411480"/>
                  </a:lnTo>
                  <a:lnTo>
                    <a:pt x="346430" y="393700"/>
                  </a:lnTo>
                  <a:lnTo>
                    <a:pt x="383616" y="360680"/>
                  </a:lnTo>
                  <a:lnTo>
                    <a:pt x="406603" y="318770"/>
                  </a:lnTo>
                  <a:lnTo>
                    <a:pt x="408406" y="313690"/>
                  </a:lnTo>
                  <a:lnTo>
                    <a:pt x="405574" y="307340"/>
                  </a:lnTo>
                  <a:lnTo>
                    <a:pt x="400291" y="306070"/>
                  </a:lnTo>
                  <a:lnTo>
                    <a:pt x="395033" y="303530"/>
                  </a:lnTo>
                  <a:lnTo>
                    <a:pt x="389267" y="307340"/>
                  </a:lnTo>
                  <a:lnTo>
                    <a:pt x="387464" y="312420"/>
                  </a:lnTo>
                  <a:lnTo>
                    <a:pt x="382231" y="325120"/>
                  </a:lnTo>
                  <a:lnTo>
                    <a:pt x="358584" y="358140"/>
                  </a:lnTo>
                  <a:lnTo>
                    <a:pt x="319265" y="384810"/>
                  </a:lnTo>
                  <a:lnTo>
                    <a:pt x="272834" y="393700"/>
                  </a:lnTo>
                  <a:lnTo>
                    <a:pt x="262737" y="393700"/>
                  </a:lnTo>
                  <a:lnTo>
                    <a:pt x="262737" y="389890"/>
                  </a:lnTo>
                  <a:lnTo>
                    <a:pt x="262737" y="347980"/>
                  </a:lnTo>
                  <a:lnTo>
                    <a:pt x="258216" y="344170"/>
                  </a:lnTo>
                  <a:lnTo>
                    <a:pt x="247040" y="344170"/>
                  </a:lnTo>
                  <a:lnTo>
                    <a:pt x="242519" y="347980"/>
                  </a:lnTo>
                  <a:lnTo>
                    <a:pt x="242519" y="389890"/>
                  </a:lnTo>
                  <a:lnTo>
                    <a:pt x="227291" y="384810"/>
                  </a:lnTo>
                  <a:lnTo>
                    <a:pt x="187096" y="358140"/>
                  </a:lnTo>
                  <a:lnTo>
                    <a:pt x="160528" y="318770"/>
                  </a:lnTo>
                  <a:lnTo>
                    <a:pt x="155524" y="303530"/>
                  </a:lnTo>
                  <a:lnTo>
                    <a:pt x="167271" y="303530"/>
                  </a:lnTo>
                  <a:lnTo>
                    <a:pt x="171792" y="298450"/>
                  </a:lnTo>
                  <a:lnTo>
                    <a:pt x="171792" y="287020"/>
                  </a:lnTo>
                  <a:lnTo>
                    <a:pt x="167271" y="283210"/>
                  </a:lnTo>
                  <a:lnTo>
                    <a:pt x="152069" y="283210"/>
                  </a:lnTo>
                  <a:lnTo>
                    <a:pt x="151574" y="276860"/>
                  </a:lnTo>
                  <a:lnTo>
                    <a:pt x="151574" y="273050"/>
                  </a:lnTo>
                  <a:lnTo>
                    <a:pt x="153911" y="248920"/>
                  </a:lnTo>
                  <a:lnTo>
                    <a:pt x="171881" y="205740"/>
                  </a:lnTo>
                  <a:lnTo>
                    <a:pt x="205613" y="171450"/>
                  </a:lnTo>
                  <a:lnTo>
                    <a:pt x="248996" y="153670"/>
                  </a:lnTo>
                  <a:lnTo>
                    <a:pt x="272834" y="151130"/>
                  </a:lnTo>
                  <a:lnTo>
                    <a:pt x="296684" y="153670"/>
                  </a:lnTo>
                  <a:lnTo>
                    <a:pt x="319265" y="161290"/>
                  </a:lnTo>
                  <a:lnTo>
                    <a:pt x="340080" y="171450"/>
                  </a:lnTo>
                  <a:lnTo>
                    <a:pt x="358584" y="186690"/>
                  </a:lnTo>
                  <a:lnTo>
                    <a:pt x="358876" y="187960"/>
                  </a:lnTo>
                  <a:lnTo>
                    <a:pt x="359410" y="187960"/>
                  </a:lnTo>
                  <a:lnTo>
                    <a:pt x="332041" y="232410"/>
                  </a:lnTo>
                  <a:lnTo>
                    <a:pt x="333489" y="238760"/>
                  </a:lnTo>
                  <a:lnTo>
                    <a:pt x="339890" y="242570"/>
                  </a:lnTo>
                  <a:lnTo>
                    <a:pt x="346925" y="242570"/>
                  </a:lnTo>
                  <a:lnTo>
                    <a:pt x="350227" y="241300"/>
                  </a:lnTo>
                  <a:lnTo>
                    <a:pt x="372948" y="204470"/>
                  </a:lnTo>
                  <a:lnTo>
                    <a:pt x="382270" y="220980"/>
                  </a:lnTo>
                  <a:lnTo>
                    <a:pt x="388962" y="237490"/>
                  </a:lnTo>
                  <a:lnTo>
                    <a:pt x="392899" y="256540"/>
                  </a:lnTo>
                  <a:lnTo>
                    <a:pt x="393839" y="273050"/>
                  </a:lnTo>
                  <a:lnTo>
                    <a:pt x="393865" y="280670"/>
                  </a:lnTo>
                  <a:lnTo>
                    <a:pt x="398297" y="285750"/>
                  </a:lnTo>
                  <a:lnTo>
                    <a:pt x="409168" y="285750"/>
                  </a:lnTo>
                  <a:lnTo>
                    <a:pt x="414070" y="281940"/>
                  </a:lnTo>
                  <a:lnTo>
                    <a:pt x="414185" y="275590"/>
                  </a:lnTo>
                  <a:lnTo>
                    <a:pt x="412699" y="252730"/>
                  </a:lnTo>
                  <a:lnTo>
                    <a:pt x="412610" y="251460"/>
                  </a:lnTo>
                  <a:lnTo>
                    <a:pt x="407022" y="228600"/>
                  </a:lnTo>
                  <a:lnTo>
                    <a:pt x="397573" y="205740"/>
                  </a:lnTo>
                  <a:lnTo>
                    <a:pt x="396697" y="204470"/>
                  </a:lnTo>
                  <a:lnTo>
                    <a:pt x="384454" y="186690"/>
                  </a:lnTo>
                  <a:lnTo>
                    <a:pt x="394271" y="170180"/>
                  </a:lnTo>
                  <a:lnTo>
                    <a:pt x="395770" y="167640"/>
                  </a:lnTo>
                  <a:lnTo>
                    <a:pt x="412381" y="191770"/>
                  </a:lnTo>
                  <a:lnTo>
                    <a:pt x="424522" y="217170"/>
                  </a:lnTo>
                  <a:lnTo>
                    <a:pt x="431977" y="243840"/>
                  </a:lnTo>
                  <a:lnTo>
                    <a:pt x="434517" y="273050"/>
                  </a:lnTo>
                  <a:lnTo>
                    <a:pt x="431546" y="303530"/>
                  </a:lnTo>
                  <a:lnTo>
                    <a:pt x="407454" y="363220"/>
                  </a:lnTo>
                  <a:lnTo>
                    <a:pt x="362483" y="407670"/>
                  </a:lnTo>
                  <a:lnTo>
                    <a:pt x="304622" y="431800"/>
                  </a:lnTo>
                  <a:lnTo>
                    <a:pt x="272834" y="434340"/>
                  </a:lnTo>
                  <a:lnTo>
                    <a:pt x="242519" y="431927"/>
                  </a:lnTo>
                  <a:lnTo>
                    <a:pt x="242519" y="452120"/>
                  </a:lnTo>
                  <a:lnTo>
                    <a:pt x="242519" y="525780"/>
                  </a:lnTo>
                  <a:lnTo>
                    <a:pt x="60629" y="525780"/>
                  </a:lnTo>
                  <a:lnTo>
                    <a:pt x="60629" y="303530"/>
                  </a:lnTo>
                  <a:lnTo>
                    <a:pt x="93624" y="303530"/>
                  </a:lnTo>
                  <a:lnTo>
                    <a:pt x="96989" y="318770"/>
                  </a:lnTo>
                  <a:lnTo>
                    <a:pt x="101752" y="334010"/>
                  </a:lnTo>
                  <a:lnTo>
                    <a:pt x="107886" y="349250"/>
                  </a:lnTo>
                  <a:lnTo>
                    <a:pt x="115417" y="364490"/>
                  </a:lnTo>
                  <a:lnTo>
                    <a:pt x="95465" y="364490"/>
                  </a:lnTo>
                  <a:lnTo>
                    <a:pt x="90944" y="368300"/>
                  </a:lnTo>
                  <a:lnTo>
                    <a:pt x="90944" y="379730"/>
                  </a:lnTo>
                  <a:lnTo>
                    <a:pt x="95465" y="383540"/>
                  </a:lnTo>
                  <a:lnTo>
                    <a:pt x="129070" y="383540"/>
                  </a:lnTo>
                  <a:lnTo>
                    <a:pt x="133756" y="389890"/>
                  </a:lnTo>
                  <a:lnTo>
                    <a:pt x="138696" y="396240"/>
                  </a:lnTo>
                  <a:lnTo>
                    <a:pt x="145186" y="402590"/>
                  </a:lnTo>
                  <a:lnTo>
                    <a:pt x="146265" y="403860"/>
                  </a:lnTo>
                  <a:lnTo>
                    <a:pt x="95465" y="403860"/>
                  </a:lnTo>
                  <a:lnTo>
                    <a:pt x="90944" y="408940"/>
                  </a:lnTo>
                  <a:lnTo>
                    <a:pt x="90944" y="420370"/>
                  </a:lnTo>
                  <a:lnTo>
                    <a:pt x="95465" y="424180"/>
                  </a:lnTo>
                  <a:lnTo>
                    <a:pt x="171996" y="424180"/>
                  </a:lnTo>
                  <a:lnTo>
                    <a:pt x="188531" y="434340"/>
                  </a:lnTo>
                  <a:lnTo>
                    <a:pt x="205816" y="441960"/>
                  </a:lnTo>
                  <a:lnTo>
                    <a:pt x="223862" y="448310"/>
                  </a:lnTo>
                  <a:lnTo>
                    <a:pt x="242519" y="452120"/>
                  </a:lnTo>
                  <a:lnTo>
                    <a:pt x="242519" y="431927"/>
                  </a:lnTo>
                  <a:lnTo>
                    <a:pt x="241058" y="431800"/>
                  </a:lnTo>
                  <a:lnTo>
                    <a:pt x="210934" y="422910"/>
                  </a:lnTo>
                  <a:lnTo>
                    <a:pt x="158521" y="387350"/>
                  </a:lnTo>
                  <a:lnTo>
                    <a:pt x="130098" y="349250"/>
                  </a:lnTo>
                  <a:lnTo>
                    <a:pt x="114439" y="304800"/>
                  </a:lnTo>
                  <a:lnTo>
                    <a:pt x="111747" y="259080"/>
                  </a:lnTo>
                  <a:lnTo>
                    <a:pt x="122186" y="214630"/>
                  </a:lnTo>
                  <a:lnTo>
                    <a:pt x="145923" y="172720"/>
                  </a:lnTo>
                  <a:lnTo>
                    <a:pt x="149390" y="168910"/>
                  </a:lnTo>
                  <a:lnTo>
                    <a:pt x="148653" y="162560"/>
                  </a:lnTo>
                  <a:lnTo>
                    <a:pt x="139877" y="154940"/>
                  </a:lnTo>
                  <a:lnTo>
                    <a:pt x="133515" y="156210"/>
                  </a:lnTo>
                  <a:lnTo>
                    <a:pt x="130060" y="160020"/>
                  </a:lnTo>
                  <a:lnTo>
                    <a:pt x="111683" y="189230"/>
                  </a:lnTo>
                  <a:lnTo>
                    <a:pt x="99136" y="219710"/>
                  </a:lnTo>
                  <a:lnTo>
                    <a:pt x="92354" y="251460"/>
                  </a:lnTo>
                  <a:lnTo>
                    <a:pt x="91630" y="273050"/>
                  </a:lnTo>
                  <a:lnTo>
                    <a:pt x="91541" y="275590"/>
                  </a:lnTo>
                  <a:lnTo>
                    <a:pt x="91503" y="276860"/>
                  </a:lnTo>
                  <a:lnTo>
                    <a:pt x="91414" y="279400"/>
                  </a:lnTo>
                  <a:lnTo>
                    <a:pt x="91376" y="280670"/>
                  </a:lnTo>
                  <a:lnTo>
                    <a:pt x="91287" y="283210"/>
                  </a:lnTo>
                  <a:lnTo>
                    <a:pt x="44945" y="283210"/>
                  </a:lnTo>
                  <a:lnTo>
                    <a:pt x="40424" y="287020"/>
                  </a:lnTo>
                  <a:lnTo>
                    <a:pt x="40424" y="525780"/>
                  </a:lnTo>
                  <a:lnTo>
                    <a:pt x="20218" y="525780"/>
                  </a:lnTo>
                  <a:lnTo>
                    <a:pt x="20218" y="257810"/>
                  </a:lnTo>
                  <a:lnTo>
                    <a:pt x="15697" y="252730"/>
                  </a:lnTo>
                  <a:lnTo>
                    <a:pt x="4521" y="252730"/>
                  </a:lnTo>
                  <a:lnTo>
                    <a:pt x="0" y="257810"/>
                  </a:lnTo>
                  <a:lnTo>
                    <a:pt x="0" y="541020"/>
                  </a:lnTo>
                  <a:lnTo>
                    <a:pt x="4521" y="546100"/>
                  </a:lnTo>
                  <a:lnTo>
                    <a:pt x="433463" y="546100"/>
                  </a:lnTo>
                  <a:lnTo>
                    <a:pt x="437984" y="541020"/>
                  </a:lnTo>
                  <a:lnTo>
                    <a:pt x="437984" y="529590"/>
                  </a:lnTo>
                  <a:lnTo>
                    <a:pt x="433463" y="525780"/>
                  </a:lnTo>
                  <a:lnTo>
                    <a:pt x="262737" y="525780"/>
                  </a:lnTo>
                  <a:lnTo>
                    <a:pt x="262737" y="454660"/>
                  </a:lnTo>
                  <a:lnTo>
                    <a:pt x="272834" y="454660"/>
                  </a:lnTo>
                  <a:lnTo>
                    <a:pt x="301155" y="452120"/>
                  </a:lnTo>
                  <a:lnTo>
                    <a:pt x="328383" y="445770"/>
                  </a:lnTo>
                  <a:lnTo>
                    <a:pt x="354164" y="435610"/>
                  </a:lnTo>
                  <a:lnTo>
                    <a:pt x="356336" y="434340"/>
                  </a:lnTo>
                  <a:lnTo>
                    <a:pt x="378117" y="421640"/>
                  </a:lnTo>
                  <a:lnTo>
                    <a:pt x="427266" y="469900"/>
                  </a:lnTo>
                  <a:lnTo>
                    <a:pt x="424624" y="478790"/>
                  </a:lnTo>
                  <a:lnTo>
                    <a:pt x="424688" y="487680"/>
                  </a:lnTo>
                  <a:lnTo>
                    <a:pt x="427507" y="496570"/>
                  </a:lnTo>
                  <a:lnTo>
                    <a:pt x="433095" y="504190"/>
                  </a:lnTo>
                  <a:lnTo>
                    <a:pt x="525970" y="596900"/>
                  </a:lnTo>
                  <a:lnTo>
                    <a:pt x="531685" y="603250"/>
                  </a:lnTo>
                  <a:lnTo>
                    <a:pt x="539305" y="605790"/>
                  </a:lnTo>
                  <a:lnTo>
                    <a:pt x="555510" y="605790"/>
                  </a:lnTo>
                  <a:lnTo>
                    <a:pt x="563118" y="603250"/>
                  </a:lnTo>
                  <a:lnTo>
                    <a:pt x="579374" y="586740"/>
                  </a:lnTo>
                  <a:lnTo>
                    <a:pt x="603135" y="562610"/>
                  </a:lnTo>
                  <a:lnTo>
                    <a:pt x="606298" y="554990"/>
                  </a:lnTo>
                  <a:lnTo>
                    <a:pt x="606298" y="539750"/>
                  </a:lnTo>
                  <a:close/>
                </a:path>
              </a:pathLst>
            </a:custGeom>
            <a:solidFill>
              <a:srgbClr val="402626"/>
            </a:solidFill>
          </p:spPr>
          <p:txBody>
            <a:bodyPr wrap="square" lIns="0" tIns="0" rIns="0" bIns="0" rtlCol="0"/>
            <a:lstStyle/>
            <a:p>
              <a:endParaRPr sz="9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38127" y="1791387"/>
            <a:ext cx="3499167" cy="1168269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Enhanced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3" dirty="0">
                <a:solidFill>
                  <a:srgbClr val="402626"/>
                </a:solidFill>
                <a:latin typeface="Century Gothic Pro"/>
                <a:cs typeface="Century Gothic Pro"/>
              </a:rPr>
              <a:t>Transparency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&amp;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Accountability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Role-based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access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eal-time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updates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ensu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clear </a:t>
            </a:r>
            <a:r>
              <a:rPr sz="1400" b="1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audit</a:t>
            </a:r>
            <a:r>
              <a:rPr sz="1400" b="1" spc="-720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trails</a:t>
            </a:r>
            <a:r>
              <a:rPr sz="1000" dirty="0">
                <a:solidFill>
                  <a:srgbClr val="402626"/>
                </a:solidFill>
                <a:latin typeface="Century Gothic Pro"/>
                <a:cs typeface="Century Gothic Pro"/>
              </a:rPr>
              <a:t>.</a:t>
            </a:r>
            <a:endParaRPr sz="1000" dirty="0">
              <a:latin typeface="Century Gothic Pro"/>
              <a:cs typeface="Century Gothic Pro"/>
            </a:endParaRPr>
          </a:p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8304" y="1474591"/>
            <a:ext cx="303154" cy="30315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6706" y="5087870"/>
            <a:ext cx="3047048" cy="107593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10" dirty="0">
                <a:solidFill>
                  <a:srgbClr val="402626"/>
                </a:solidFill>
                <a:latin typeface="Century Gothic Pro"/>
                <a:cs typeface="Century Gothic Pro"/>
              </a:rPr>
              <a:t>Empowering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Stakeholders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Citizens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administrators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benefit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from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intuitive </a:t>
            </a:r>
            <a:r>
              <a:rPr sz="14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dashboards</a:t>
            </a:r>
            <a:r>
              <a:rPr sz="1400" b="1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secu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workflows.</a:t>
            </a:r>
            <a:endParaRPr sz="1400" dirty="0">
              <a:latin typeface="Century Gothic Pro"/>
              <a:cs typeface="Century Gothic Pr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1046" y="4711572"/>
            <a:ext cx="308293" cy="302895"/>
          </a:xfrm>
          <a:custGeom>
            <a:avLst/>
            <a:gdLst/>
            <a:ahLst/>
            <a:cxnLst/>
            <a:rect l="l" t="t" r="r" b="b"/>
            <a:pathLst>
              <a:path w="616584" h="605790">
                <a:moveTo>
                  <a:pt x="70739" y="504736"/>
                </a:moveTo>
                <a:lnTo>
                  <a:pt x="50533" y="504736"/>
                </a:lnTo>
                <a:lnTo>
                  <a:pt x="50533" y="545160"/>
                </a:lnTo>
                <a:lnTo>
                  <a:pt x="70739" y="545160"/>
                </a:lnTo>
                <a:lnTo>
                  <a:pt x="70739" y="504736"/>
                </a:lnTo>
                <a:close/>
              </a:path>
              <a:path w="616584" h="605790">
                <a:moveTo>
                  <a:pt x="70739" y="423900"/>
                </a:moveTo>
                <a:lnTo>
                  <a:pt x="50533" y="423900"/>
                </a:lnTo>
                <a:lnTo>
                  <a:pt x="50533" y="464324"/>
                </a:lnTo>
                <a:lnTo>
                  <a:pt x="70739" y="464324"/>
                </a:lnTo>
                <a:lnTo>
                  <a:pt x="70739" y="423900"/>
                </a:lnTo>
                <a:close/>
              </a:path>
              <a:path w="616584" h="605790">
                <a:moveTo>
                  <a:pt x="121259" y="504736"/>
                </a:moveTo>
                <a:lnTo>
                  <a:pt x="101053" y="504736"/>
                </a:lnTo>
                <a:lnTo>
                  <a:pt x="101053" y="545160"/>
                </a:lnTo>
                <a:lnTo>
                  <a:pt x="121259" y="545160"/>
                </a:lnTo>
                <a:lnTo>
                  <a:pt x="121259" y="504736"/>
                </a:lnTo>
                <a:close/>
              </a:path>
              <a:path w="616584" h="605790">
                <a:moveTo>
                  <a:pt x="121259" y="423900"/>
                </a:moveTo>
                <a:lnTo>
                  <a:pt x="101053" y="423900"/>
                </a:lnTo>
                <a:lnTo>
                  <a:pt x="101053" y="464324"/>
                </a:lnTo>
                <a:lnTo>
                  <a:pt x="121259" y="464324"/>
                </a:lnTo>
                <a:lnTo>
                  <a:pt x="121259" y="423900"/>
                </a:lnTo>
                <a:close/>
              </a:path>
              <a:path w="616584" h="605790">
                <a:moveTo>
                  <a:pt x="505244" y="504736"/>
                </a:moveTo>
                <a:lnTo>
                  <a:pt x="485038" y="504736"/>
                </a:lnTo>
                <a:lnTo>
                  <a:pt x="485038" y="545160"/>
                </a:lnTo>
                <a:lnTo>
                  <a:pt x="505244" y="545160"/>
                </a:lnTo>
                <a:lnTo>
                  <a:pt x="505244" y="504736"/>
                </a:lnTo>
                <a:close/>
              </a:path>
              <a:path w="616584" h="605790">
                <a:moveTo>
                  <a:pt x="505244" y="423900"/>
                </a:moveTo>
                <a:lnTo>
                  <a:pt x="485038" y="423900"/>
                </a:lnTo>
                <a:lnTo>
                  <a:pt x="485038" y="464324"/>
                </a:lnTo>
                <a:lnTo>
                  <a:pt x="505244" y="464324"/>
                </a:lnTo>
                <a:lnTo>
                  <a:pt x="505244" y="423900"/>
                </a:lnTo>
                <a:close/>
              </a:path>
              <a:path w="616584" h="605790">
                <a:moveTo>
                  <a:pt x="555764" y="504736"/>
                </a:moveTo>
                <a:lnTo>
                  <a:pt x="535559" y="504736"/>
                </a:lnTo>
                <a:lnTo>
                  <a:pt x="535559" y="545160"/>
                </a:lnTo>
                <a:lnTo>
                  <a:pt x="555764" y="545160"/>
                </a:lnTo>
                <a:lnTo>
                  <a:pt x="555764" y="504736"/>
                </a:lnTo>
                <a:close/>
              </a:path>
              <a:path w="616584" h="605790">
                <a:moveTo>
                  <a:pt x="555764" y="423900"/>
                </a:moveTo>
                <a:lnTo>
                  <a:pt x="535559" y="423900"/>
                </a:lnTo>
                <a:lnTo>
                  <a:pt x="535559" y="464324"/>
                </a:lnTo>
                <a:lnTo>
                  <a:pt x="555764" y="464324"/>
                </a:lnTo>
                <a:lnTo>
                  <a:pt x="555764" y="423900"/>
                </a:lnTo>
                <a:close/>
              </a:path>
              <a:path w="616584" h="605790">
                <a:moveTo>
                  <a:pt x="616394" y="140970"/>
                </a:moveTo>
                <a:lnTo>
                  <a:pt x="614006" y="129540"/>
                </a:lnTo>
                <a:lnTo>
                  <a:pt x="607504" y="120650"/>
                </a:lnTo>
                <a:lnTo>
                  <a:pt x="597865" y="114300"/>
                </a:lnTo>
                <a:lnTo>
                  <a:pt x="596188" y="113944"/>
                </a:lnTo>
                <a:lnTo>
                  <a:pt x="596188" y="135890"/>
                </a:lnTo>
                <a:lnTo>
                  <a:pt x="596188" y="147320"/>
                </a:lnTo>
                <a:lnTo>
                  <a:pt x="591654" y="151130"/>
                </a:lnTo>
                <a:lnTo>
                  <a:pt x="580504" y="151130"/>
                </a:lnTo>
                <a:lnTo>
                  <a:pt x="575970" y="147320"/>
                </a:lnTo>
                <a:lnTo>
                  <a:pt x="575970" y="135890"/>
                </a:lnTo>
                <a:lnTo>
                  <a:pt x="580504" y="132080"/>
                </a:lnTo>
                <a:lnTo>
                  <a:pt x="591654" y="132080"/>
                </a:lnTo>
                <a:lnTo>
                  <a:pt x="596188" y="135890"/>
                </a:lnTo>
                <a:lnTo>
                  <a:pt x="596188" y="113944"/>
                </a:lnTo>
                <a:lnTo>
                  <a:pt x="586079" y="111760"/>
                </a:lnTo>
                <a:lnTo>
                  <a:pt x="576643" y="113030"/>
                </a:lnTo>
                <a:lnTo>
                  <a:pt x="568413" y="116840"/>
                </a:lnTo>
                <a:lnTo>
                  <a:pt x="561873" y="123190"/>
                </a:lnTo>
                <a:lnTo>
                  <a:pt x="557504" y="132080"/>
                </a:lnTo>
                <a:lnTo>
                  <a:pt x="520204" y="132080"/>
                </a:lnTo>
                <a:lnTo>
                  <a:pt x="474929" y="177800"/>
                </a:lnTo>
                <a:lnTo>
                  <a:pt x="474929" y="146050"/>
                </a:lnTo>
                <a:lnTo>
                  <a:pt x="514286" y="106680"/>
                </a:lnTo>
                <a:lnTo>
                  <a:pt x="515340" y="104140"/>
                </a:lnTo>
                <a:lnTo>
                  <a:pt x="515340" y="58420"/>
                </a:lnTo>
                <a:lnTo>
                  <a:pt x="523468" y="54610"/>
                </a:lnTo>
                <a:lnTo>
                  <a:pt x="529856" y="48260"/>
                </a:lnTo>
                <a:lnTo>
                  <a:pt x="533450" y="40640"/>
                </a:lnTo>
                <a:lnTo>
                  <a:pt x="534060" y="39370"/>
                </a:lnTo>
                <a:lnTo>
                  <a:pt x="535559" y="30480"/>
                </a:lnTo>
                <a:lnTo>
                  <a:pt x="515340" y="2184"/>
                </a:lnTo>
                <a:lnTo>
                  <a:pt x="515340" y="25400"/>
                </a:lnTo>
                <a:lnTo>
                  <a:pt x="515340" y="35560"/>
                </a:lnTo>
                <a:lnTo>
                  <a:pt x="510806" y="40640"/>
                </a:lnTo>
                <a:lnTo>
                  <a:pt x="499668" y="40640"/>
                </a:lnTo>
                <a:lnTo>
                  <a:pt x="495134" y="35560"/>
                </a:lnTo>
                <a:lnTo>
                  <a:pt x="495134" y="25400"/>
                </a:lnTo>
                <a:lnTo>
                  <a:pt x="499668" y="20320"/>
                </a:lnTo>
                <a:lnTo>
                  <a:pt x="510806" y="20320"/>
                </a:lnTo>
                <a:lnTo>
                  <a:pt x="515340" y="25400"/>
                </a:lnTo>
                <a:lnTo>
                  <a:pt x="515340" y="2184"/>
                </a:lnTo>
                <a:lnTo>
                  <a:pt x="477316" y="19050"/>
                </a:lnTo>
                <a:lnTo>
                  <a:pt x="474929" y="30480"/>
                </a:lnTo>
                <a:lnTo>
                  <a:pt x="476440" y="39370"/>
                </a:lnTo>
                <a:lnTo>
                  <a:pt x="480618" y="48260"/>
                </a:lnTo>
                <a:lnTo>
                  <a:pt x="487019" y="54610"/>
                </a:lnTo>
                <a:lnTo>
                  <a:pt x="495134" y="58420"/>
                </a:lnTo>
                <a:lnTo>
                  <a:pt x="495134" y="96520"/>
                </a:lnTo>
                <a:lnTo>
                  <a:pt x="455777" y="135890"/>
                </a:lnTo>
                <a:lnTo>
                  <a:pt x="454710" y="138430"/>
                </a:lnTo>
                <a:lnTo>
                  <a:pt x="454710" y="198120"/>
                </a:lnTo>
                <a:lnTo>
                  <a:pt x="437413" y="215341"/>
                </a:lnTo>
                <a:lnTo>
                  <a:pt x="437413" y="344170"/>
                </a:lnTo>
                <a:lnTo>
                  <a:pt x="434505" y="344170"/>
                </a:lnTo>
                <a:lnTo>
                  <a:pt x="434505" y="364490"/>
                </a:lnTo>
                <a:lnTo>
                  <a:pt x="434505" y="546100"/>
                </a:lnTo>
                <a:lnTo>
                  <a:pt x="414299" y="546100"/>
                </a:lnTo>
                <a:lnTo>
                  <a:pt x="414299" y="525780"/>
                </a:lnTo>
                <a:lnTo>
                  <a:pt x="434505" y="525780"/>
                </a:lnTo>
                <a:lnTo>
                  <a:pt x="434505" y="505460"/>
                </a:lnTo>
                <a:lnTo>
                  <a:pt x="414299" y="505460"/>
                </a:lnTo>
                <a:lnTo>
                  <a:pt x="414299" y="444500"/>
                </a:lnTo>
                <a:lnTo>
                  <a:pt x="434505" y="444500"/>
                </a:lnTo>
                <a:lnTo>
                  <a:pt x="434505" y="424180"/>
                </a:lnTo>
                <a:lnTo>
                  <a:pt x="414299" y="424180"/>
                </a:lnTo>
                <a:lnTo>
                  <a:pt x="414299" y="403860"/>
                </a:lnTo>
                <a:lnTo>
                  <a:pt x="434505" y="403860"/>
                </a:lnTo>
                <a:lnTo>
                  <a:pt x="434505" y="383540"/>
                </a:lnTo>
                <a:lnTo>
                  <a:pt x="394081" y="383540"/>
                </a:lnTo>
                <a:lnTo>
                  <a:pt x="394081" y="403860"/>
                </a:lnTo>
                <a:lnTo>
                  <a:pt x="394081" y="546100"/>
                </a:lnTo>
                <a:lnTo>
                  <a:pt x="373875" y="546100"/>
                </a:lnTo>
                <a:lnTo>
                  <a:pt x="373875" y="525780"/>
                </a:lnTo>
                <a:lnTo>
                  <a:pt x="373875" y="505460"/>
                </a:lnTo>
                <a:lnTo>
                  <a:pt x="373875" y="444500"/>
                </a:lnTo>
                <a:lnTo>
                  <a:pt x="373875" y="424180"/>
                </a:lnTo>
                <a:lnTo>
                  <a:pt x="373875" y="403860"/>
                </a:lnTo>
                <a:lnTo>
                  <a:pt x="394081" y="403860"/>
                </a:lnTo>
                <a:lnTo>
                  <a:pt x="394081" y="383540"/>
                </a:lnTo>
                <a:lnTo>
                  <a:pt x="353669" y="383540"/>
                </a:lnTo>
                <a:lnTo>
                  <a:pt x="353669" y="403860"/>
                </a:lnTo>
                <a:lnTo>
                  <a:pt x="353669" y="424180"/>
                </a:lnTo>
                <a:lnTo>
                  <a:pt x="353669" y="444500"/>
                </a:lnTo>
                <a:lnTo>
                  <a:pt x="353669" y="505460"/>
                </a:lnTo>
                <a:lnTo>
                  <a:pt x="353669" y="525780"/>
                </a:lnTo>
                <a:lnTo>
                  <a:pt x="353669" y="546100"/>
                </a:lnTo>
                <a:lnTo>
                  <a:pt x="333463" y="546100"/>
                </a:lnTo>
                <a:lnTo>
                  <a:pt x="333463" y="525780"/>
                </a:lnTo>
                <a:lnTo>
                  <a:pt x="353669" y="525780"/>
                </a:lnTo>
                <a:lnTo>
                  <a:pt x="353669" y="505460"/>
                </a:lnTo>
                <a:lnTo>
                  <a:pt x="333463" y="505460"/>
                </a:lnTo>
                <a:lnTo>
                  <a:pt x="333463" y="444500"/>
                </a:lnTo>
                <a:lnTo>
                  <a:pt x="353669" y="444500"/>
                </a:lnTo>
                <a:lnTo>
                  <a:pt x="353669" y="424180"/>
                </a:lnTo>
                <a:lnTo>
                  <a:pt x="333463" y="424180"/>
                </a:lnTo>
                <a:lnTo>
                  <a:pt x="333463" y="403860"/>
                </a:lnTo>
                <a:lnTo>
                  <a:pt x="353669" y="403860"/>
                </a:lnTo>
                <a:lnTo>
                  <a:pt x="353669" y="383540"/>
                </a:lnTo>
                <a:lnTo>
                  <a:pt x="313245" y="383540"/>
                </a:lnTo>
                <a:lnTo>
                  <a:pt x="313245" y="403860"/>
                </a:lnTo>
                <a:lnTo>
                  <a:pt x="313245" y="546100"/>
                </a:lnTo>
                <a:lnTo>
                  <a:pt x="293039" y="546100"/>
                </a:lnTo>
                <a:lnTo>
                  <a:pt x="293039" y="525780"/>
                </a:lnTo>
                <a:lnTo>
                  <a:pt x="293039" y="505460"/>
                </a:lnTo>
                <a:lnTo>
                  <a:pt x="293039" y="444500"/>
                </a:lnTo>
                <a:lnTo>
                  <a:pt x="293039" y="424180"/>
                </a:lnTo>
                <a:lnTo>
                  <a:pt x="293039" y="403860"/>
                </a:lnTo>
                <a:lnTo>
                  <a:pt x="313245" y="403860"/>
                </a:lnTo>
                <a:lnTo>
                  <a:pt x="313245" y="383540"/>
                </a:lnTo>
                <a:lnTo>
                  <a:pt x="272834" y="383540"/>
                </a:lnTo>
                <a:lnTo>
                  <a:pt x="272834" y="403860"/>
                </a:lnTo>
                <a:lnTo>
                  <a:pt x="272834" y="424180"/>
                </a:lnTo>
                <a:lnTo>
                  <a:pt x="272821" y="444500"/>
                </a:lnTo>
                <a:lnTo>
                  <a:pt x="272821" y="505460"/>
                </a:lnTo>
                <a:lnTo>
                  <a:pt x="272821" y="525780"/>
                </a:lnTo>
                <a:lnTo>
                  <a:pt x="272821" y="546100"/>
                </a:lnTo>
                <a:lnTo>
                  <a:pt x="252615" y="546100"/>
                </a:lnTo>
                <a:lnTo>
                  <a:pt x="252615" y="525780"/>
                </a:lnTo>
                <a:lnTo>
                  <a:pt x="272821" y="525780"/>
                </a:lnTo>
                <a:lnTo>
                  <a:pt x="272821" y="505460"/>
                </a:lnTo>
                <a:lnTo>
                  <a:pt x="252615" y="505460"/>
                </a:lnTo>
                <a:lnTo>
                  <a:pt x="252615" y="444500"/>
                </a:lnTo>
                <a:lnTo>
                  <a:pt x="272821" y="444500"/>
                </a:lnTo>
                <a:lnTo>
                  <a:pt x="272821" y="424180"/>
                </a:lnTo>
                <a:lnTo>
                  <a:pt x="252628" y="424180"/>
                </a:lnTo>
                <a:lnTo>
                  <a:pt x="252628" y="403860"/>
                </a:lnTo>
                <a:lnTo>
                  <a:pt x="272834" y="403860"/>
                </a:lnTo>
                <a:lnTo>
                  <a:pt x="272834" y="383540"/>
                </a:lnTo>
                <a:lnTo>
                  <a:pt x="232410" y="383540"/>
                </a:lnTo>
                <a:lnTo>
                  <a:pt x="232410" y="403860"/>
                </a:lnTo>
                <a:lnTo>
                  <a:pt x="232410" y="546100"/>
                </a:lnTo>
                <a:lnTo>
                  <a:pt x="212204" y="546100"/>
                </a:lnTo>
                <a:lnTo>
                  <a:pt x="212204" y="525780"/>
                </a:lnTo>
                <a:lnTo>
                  <a:pt x="212204" y="505460"/>
                </a:lnTo>
                <a:lnTo>
                  <a:pt x="212204" y="444500"/>
                </a:lnTo>
                <a:lnTo>
                  <a:pt x="212204" y="424180"/>
                </a:lnTo>
                <a:lnTo>
                  <a:pt x="212204" y="403860"/>
                </a:lnTo>
                <a:lnTo>
                  <a:pt x="232410" y="403860"/>
                </a:lnTo>
                <a:lnTo>
                  <a:pt x="232410" y="383540"/>
                </a:lnTo>
                <a:lnTo>
                  <a:pt x="191985" y="383540"/>
                </a:lnTo>
                <a:lnTo>
                  <a:pt x="191985" y="403860"/>
                </a:lnTo>
                <a:lnTo>
                  <a:pt x="191985" y="424180"/>
                </a:lnTo>
                <a:lnTo>
                  <a:pt x="191985" y="444500"/>
                </a:lnTo>
                <a:lnTo>
                  <a:pt x="191985" y="505460"/>
                </a:lnTo>
                <a:lnTo>
                  <a:pt x="191985" y="525780"/>
                </a:lnTo>
                <a:lnTo>
                  <a:pt x="191985" y="546100"/>
                </a:lnTo>
                <a:lnTo>
                  <a:pt x="171780" y="546100"/>
                </a:lnTo>
                <a:lnTo>
                  <a:pt x="171780" y="525780"/>
                </a:lnTo>
                <a:lnTo>
                  <a:pt x="191985" y="525780"/>
                </a:lnTo>
                <a:lnTo>
                  <a:pt x="191985" y="505460"/>
                </a:lnTo>
                <a:lnTo>
                  <a:pt x="171780" y="505460"/>
                </a:lnTo>
                <a:lnTo>
                  <a:pt x="171780" y="444500"/>
                </a:lnTo>
                <a:lnTo>
                  <a:pt x="191985" y="444500"/>
                </a:lnTo>
                <a:lnTo>
                  <a:pt x="191985" y="424180"/>
                </a:lnTo>
                <a:lnTo>
                  <a:pt x="171780" y="424180"/>
                </a:lnTo>
                <a:lnTo>
                  <a:pt x="171780" y="403860"/>
                </a:lnTo>
                <a:lnTo>
                  <a:pt x="191985" y="403860"/>
                </a:lnTo>
                <a:lnTo>
                  <a:pt x="191985" y="383540"/>
                </a:lnTo>
                <a:lnTo>
                  <a:pt x="171780" y="383540"/>
                </a:lnTo>
                <a:lnTo>
                  <a:pt x="171780" y="364490"/>
                </a:lnTo>
                <a:lnTo>
                  <a:pt x="434505" y="364490"/>
                </a:lnTo>
                <a:lnTo>
                  <a:pt x="434505" y="344170"/>
                </a:lnTo>
                <a:lnTo>
                  <a:pt x="168871" y="344170"/>
                </a:lnTo>
                <a:lnTo>
                  <a:pt x="214591" y="323850"/>
                </a:lnTo>
                <a:lnTo>
                  <a:pt x="283146" y="293370"/>
                </a:lnTo>
                <a:lnTo>
                  <a:pt x="303149" y="284480"/>
                </a:lnTo>
                <a:lnTo>
                  <a:pt x="437413" y="344170"/>
                </a:lnTo>
                <a:lnTo>
                  <a:pt x="437413" y="215341"/>
                </a:lnTo>
                <a:lnTo>
                  <a:pt x="435571" y="217170"/>
                </a:lnTo>
                <a:lnTo>
                  <a:pt x="434505" y="219710"/>
                </a:lnTo>
                <a:lnTo>
                  <a:pt x="434505" y="303530"/>
                </a:lnTo>
                <a:lnTo>
                  <a:pt x="414299" y="303530"/>
                </a:lnTo>
                <a:lnTo>
                  <a:pt x="414299" y="302260"/>
                </a:lnTo>
                <a:lnTo>
                  <a:pt x="414299" y="207010"/>
                </a:lnTo>
                <a:lnTo>
                  <a:pt x="433438" y="186690"/>
                </a:lnTo>
                <a:lnTo>
                  <a:pt x="434505" y="184150"/>
                </a:lnTo>
                <a:lnTo>
                  <a:pt x="434505" y="99060"/>
                </a:lnTo>
                <a:lnTo>
                  <a:pt x="442620" y="95250"/>
                </a:lnTo>
                <a:lnTo>
                  <a:pt x="449021" y="88900"/>
                </a:lnTo>
                <a:lnTo>
                  <a:pt x="452615" y="81280"/>
                </a:lnTo>
                <a:lnTo>
                  <a:pt x="453212" y="80010"/>
                </a:lnTo>
                <a:lnTo>
                  <a:pt x="454710" y="71120"/>
                </a:lnTo>
                <a:lnTo>
                  <a:pt x="452589" y="60960"/>
                </a:lnTo>
                <a:lnTo>
                  <a:pt x="452323" y="59690"/>
                </a:lnTo>
                <a:lnTo>
                  <a:pt x="445833" y="49530"/>
                </a:lnTo>
                <a:lnTo>
                  <a:pt x="436194" y="43180"/>
                </a:lnTo>
                <a:lnTo>
                  <a:pt x="434505" y="42824"/>
                </a:lnTo>
                <a:lnTo>
                  <a:pt x="434505" y="64770"/>
                </a:lnTo>
                <a:lnTo>
                  <a:pt x="434505" y="76200"/>
                </a:lnTo>
                <a:lnTo>
                  <a:pt x="429971" y="81280"/>
                </a:lnTo>
                <a:lnTo>
                  <a:pt x="418833" y="81280"/>
                </a:lnTo>
                <a:lnTo>
                  <a:pt x="414299" y="76200"/>
                </a:lnTo>
                <a:lnTo>
                  <a:pt x="414299" y="64770"/>
                </a:lnTo>
                <a:lnTo>
                  <a:pt x="418833" y="60960"/>
                </a:lnTo>
                <a:lnTo>
                  <a:pt x="429971" y="60960"/>
                </a:lnTo>
                <a:lnTo>
                  <a:pt x="434505" y="64770"/>
                </a:lnTo>
                <a:lnTo>
                  <a:pt x="434505" y="42824"/>
                </a:lnTo>
                <a:lnTo>
                  <a:pt x="396481" y="59690"/>
                </a:lnTo>
                <a:lnTo>
                  <a:pt x="394093" y="71120"/>
                </a:lnTo>
                <a:lnTo>
                  <a:pt x="395605" y="80010"/>
                </a:lnTo>
                <a:lnTo>
                  <a:pt x="399783" y="88900"/>
                </a:lnTo>
                <a:lnTo>
                  <a:pt x="406184" y="95250"/>
                </a:lnTo>
                <a:lnTo>
                  <a:pt x="414299" y="99060"/>
                </a:lnTo>
                <a:lnTo>
                  <a:pt x="414299" y="177800"/>
                </a:lnTo>
                <a:lnTo>
                  <a:pt x="395147" y="196850"/>
                </a:lnTo>
                <a:lnTo>
                  <a:pt x="394093" y="199390"/>
                </a:lnTo>
                <a:lnTo>
                  <a:pt x="394093" y="302260"/>
                </a:lnTo>
                <a:lnTo>
                  <a:pt x="353669" y="284480"/>
                </a:lnTo>
                <a:lnTo>
                  <a:pt x="333463" y="275590"/>
                </a:lnTo>
                <a:lnTo>
                  <a:pt x="313245" y="266700"/>
                </a:lnTo>
                <a:lnTo>
                  <a:pt x="313245" y="227330"/>
                </a:lnTo>
                <a:lnTo>
                  <a:pt x="323989" y="227330"/>
                </a:lnTo>
                <a:lnTo>
                  <a:pt x="348792" y="217170"/>
                </a:lnTo>
                <a:lnTo>
                  <a:pt x="352488" y="215900"/>
                </a:lnTo>
                <a:lnTo>
                  <a:pt x="360083" y="222250"/>
                </a:lnTo>
                <a:lnTo>
                  <a:pt x="364312" y="223520"/>
                </a:lnTo>
                <a:lnTo>
                  <a:pt x="371551" y="219710"/>
                </a:lnTo>
                <a:lnTo>
                  <a:pt x="373875" y="215900"/>
                </a:lnTo>
                <a:lnTo>
                  <a:pt x="373875" y="208280"/>
                </a:lnTo>
                <a:lnTo>
                  <a:pt x="373875" y="176530"/>
                </a:lnTo>
                <a:lnTo>
                  <a:pt x="373875" y="168910"/>
                </a:lnTo>
                <a:lnTo>
                  <a:pt x="372630" y="166370"/>
                </a:lnTo>
                <a:lnTo>
                  <a:pt x="370446" y="163830"/>
                </a:lnTo>
                <a:lnTo>
                  <a:pt x="359194" y="157480"/>
                </a:lnTo>
                <a:lnTo>
                  <a:pt x="353669" y="157480"/>
                </a:lnTo>
                <a:lnTo>
                  <a:pt x="353669" y="177800"/>
                </a:lnTo>
                <a:lnTo>
                  <a:pt x="353669" y="196850"/>
                </a:lnTo>
                <a:lnTo>
                  <a:pt x="344487" y="196850"/>
                </a:lnTo>
                <a:lnTo>
                  <a:pt x="320954" y="207010"/>
                </a:lnTo>
                <a:lnTo>
                  <a:pt x="316763" y="208280"/>
                </a:lnTo>
                <a:lnTo>
                  <a:pt x="313245" y="207010"/>
                </a:lnTo>
                <a:lnTo>
                  <a:pt x="313245" y="186690"/>
                </a:lnTo>
                <a:lnTo>
                  <a:pt x="322427" y="187960"/>
                </a:lnTo>
                <a:lnTo>
                  <a:pt x="325450" y="186690"/>
                </a:lnTo>
                <a:lnTo>
                  <a:pt x="337527" y="181610"/>
                </a:lnTo>
                <a:lnTo>
                  <a:pt x="345960" y="177800"/>
                </a:lnTo>
                <a:lnTo>
                  <a:pt x="350164" y="176530"/>
                </a:lnTo>
                <a:lnTo>
                  <a:pt x="353669" y="177800"/>
                </a:lnTo>
                <a:lnTo>
                  <a:pt x="353669" y="157480"/>
                </a:lnTo>
                <a:lnTo>
                  <a:pt x="348208" y="157480"/>
                </a:lnTo>
                <a:lnTo>
                  <a:pt x="338086" y="158750"/>
                </a:lnTo>
                <a:lnTo>
                  <a:pt x="329387" y="162560"/>
                </a:lnTo>
                <a:lnTo>
                  <a:pt x="318135" y="167640"/>
                </a:lnTo>
                <a:lnTo>
                  <a:pt x="314426" y="168910"/>
                </a:lnTo>
                <a:lnTo>
                  <a:pt x="306844" y="161290"/>
                </a:lnTo>
                <a:lnTo>
                  <a:pt x="302602" y="161290"/>
                </a:lnTo>
                <a:lnTo>
                  <a:pt x="295363" y="163830"/>
                </a:lnTo>
                <a:lnTo>
                  <a:pt x="293039" y="167640"/>
                </a:lnTo>
                <a:lnTo>
                  <a:pt x="293039" y="266700"/>
                </a:lnTo>
                <a:lnTo>
                  <a:pt x="272834" y="275590"/>
                </a:lnTo>
                <a:lnTo>
                  <a:pt x="272834" y="166370"/>
                </a:lnTo>
                <a:lnTo>
                  <a:pt x="322211" y="116840"/>
                </a:lnTo>
                <a:lnTo>
                  <a:pt x="352602" y="86360"/>
                </a:lnTo>
                <a:lnTo>
                  <a:pt x="353669" y="83820"/>
                </a:lnTo>
                <a:lnTo>
                  <a:pt x="353669" y="58420"/>
                </a:lnTo>
                <a:lnTo>
                  <a:pt x="361784" y="54610"/>
                </a:lnTo>
                <a:lnTo>
                  <a:pt x="368185" y="48260"/>
                </a:lnTo>
                <a:lnTo>
                  <a:pt x="371779" y="40640"/>
                </a:lnTo>
                <a:lnTo>
                  <a:pt x="372376" y="39370"/>
                </a:lnTo>
                <a:lnTo>
                  <a:pt x="373875" y="30480"/>
                </a:lnTo>
                <a:lnTo>
                  <a:pt x="371754" y="20320"/>
                </a:lnTo>
                <a:lnTo>
                  <a:pt x="371487" y="19050"/>
                </a:lnTo>
                <a:lnTo>
                  <a:pt x="364998" y="8890"/>
                </a:lnTo>
                <a:lnTo>
                  <a:pt x="355358" y="2540"/>
                </a:lnTo>
                <a:lnTo>
                  <a:pt x="353669" y="2184"/>
                </a:lnTo>
                <a:lnTo>
                  <a:pt x="353669" y="25400"/>
                </a:lnTo>
                <a:lnTo>
                  <a:pt x="353669" y="35560"/>
                </a:lnTo>
                <a:lnTo>
                  <a:pt x="349135" y="40640"/>
                </a:lnTo>
                <a:lnTo>
                  <a:pt x="337997" y="40640"/>
                </a:lnTo>
                <a:lnTo>
                  <a:pt x="333463" y="35560"/>
                </a:lnTo>
                <a:lnTo>
                  <a:pt x="333463" y="25400"/>
                </a:lnTo>
                <a:lnTo>
                  <a:pt x="337997" y="20320"/>
                </a:lnTo>
                <a:lnTo>
                  <a:pt x="349135" y="20320"/>
                </a:lnTo>
                <a:lnTo>
                  <a:pt x="353669" y="25400"/>
                </a:lnTo>
                <a:lnTo>
                  <a:pt x="353669" y="2184"/>
                </a:lnTo>
                <a:lnTo>
                  <a:pt x="315633" y="19050"/>
                </a:lnTo>
                <a:lnTo>
                  <a:pt x="313245" y="30480"/>
                </a:lnTo>
                <a:lnTo>
                  <a:pt x="314756" y="39370"/>
                </a:lnTo>
                <a:lnTo>
                  <a:pt x="318947" y="48260"/>
                </a:lnTo>
                <a:lnTo>
                  <a:pt x="325348" y="54610"/>
                </a:lnTo>
                <a:lnTo>
                  <a:pt x="333463" y="58420"/>
                </a:lnTo>
                <a:lnTo>
                  <a:pt x="333463" y="76200"/>
                </a:lnTo>
                <a:lnTo>
                  <a:pt x="293039" y="116840"/>
                </a:lnTo>
                <a:lnTo>
                  <a:pt x="272834" y="96520"/>
                </a:lnTo>
                <a:lnTo>
                  <a:pt x="272834" y="78740"/>
                </a:lnTo>
                <a:lnTo>
                  <a:pt x="280949" y="74930"/>
                </a:lnTo>
                <a:lnTo>
                  <a:pt x="287350" y="68580"/>
                </a:lnTo>
                <a:lnTo>
                  <a:pt x="290944" y="60960"/>
                </a:lnTo>
                <a:lnTo>
                  <a:pt x="291541" y="59690"/>
                </a:lnTo>
                <a:lnTo>
                  <a:pt x="293039" y="50800"/>
                </a:lnTo>
                <a:lnTo>
                  <a:pt x="290918" y="40640"/>
                </a:lnTo>
                <a:lnTo>
                  <a:pt x="290652" y="39370"/>
                </a:lnTo>
                <a:lnTo>
                  <a:pt x="284149" y="29210"/>
                </a:lnTo>
                <a:lnTo>
                  <a:pt x="274510" y="22860"/>
                </a:lnTo>
                <a:lnTo>
                  <a:pt x="272834" y="22504"/>
                </a:lnTo>
                <a:lnTo>
                  <a:pt x="272834" y="44450"/>
                </a:lnTo>
                <a:lnTo>
                  <a:pt x="272834" y="55880"/>
                </a:lnTo>
                <a:lnTo>
                  <a:pt x="268300" y="60960"/>
                </a:lnTo>
                <a:lnTo>
                  <a:pt x="257149" y="60960"/>
                </a:lnTo>
                <a:lnTo>
                  <a:pt x="252615" y="55880"/>
                </a:lnTo>
                <a:lnTo>
                  <a:pt x="252615" y="44450"/>
                </a:lnTo>
                <a:lnTo>
                  <a:pt x="257149" y="40640"/>
                </a:lnTo>
                <a:lnTo>
                  <a:pt x="268300" y="40640"/>
                </a:lnTo>
                <a:lnTo>
                  <a:pt x="272834" y="44450"/>
                </a:lnTo>
                <a:lnTo>
                  <a:pt x="272834" y="22504"/>
                </a:lnTo>
                <a:lnTo>
                  <a:pt x="234797" y="39370"/>
                </a:lnTo>
                <a:lnTo>
                  <a:pt x="232410" y="50800"/>
                </a:lnTo>
                <a:lnTo>
                  <a:pt x="233921" y="59690"/>
                </a:lnTo>
                <a:lnTo>
                  <a:pt x="238099" y="68580"/>
                </a:lnTo>
                <a:lnTo>
                  <a:pt x="244500" y="74930"/>
                </a:lnTo>
                <a:lnTo>
                  <a:pt x="252615" y="78740"/>
                </a:lnTo>
                <a:lnTo>
                  <a:pt x="252615" y="104140"/>
                </a:lnTo>
                <a:lnTo>
                  <a:pt x="253682" y="106680"/>
                </a:lnTo>
                <a:lnTo>
                  <a:pt x="278752" y="132080"/>
                </a:lnTo>
                <a:lnTo>
                  <a:pt x="253682" y="156210"/>
                </a:lnTo>
                <a:lnTo>
                  <a:pt x="252615" y="158750"/>
                </a:lnTo>
                <a:lnTo>
                  <a:pt x="252615" y="284480"/>
                </a:lnTo>
                <a:lnTo>
                  <a:pt x="232410" y="293370"/>
                </a:lnTo>
                <a:lnTo>
                  <a:pt x="232410" y="189230"/>
                </a:lnTo>
                <a:lnTo>
                  <a:pt x="231343" y="186690"/>
                </a:lnTo>
                <a:lnTo>
                  <a:pt x="191985" y="147320"/>
                </a:lnTo>
                <a:lnTo>
                  <a:pt x="191985" y="99060"/>
                </a:lnTo>
                <a:lnTo>
                  <a:pt x="212204" y="71120"/>
                </a:lnTo>
                <a:lnTo>
                  <a:pt x="210083" y="60960"/>
                </a:lnTo>
                <a:lnTo>
                  <a:pt x="209816" y="59690"/>
                </a:lnTo>
                <a:lnTo>
                  <a:pt x="203314" y="49530"/>
                </a:lnTo>
                <a:lnTo>
                  <a:pt x="193675" y="43180"/>
                </a:lnTo>
                <a:lnTo>
                  <a:pt x="191985" y="42824"/>
                </a:lnTo>
                <a:lnTo>
                  <a:pt x="191985" y="64770"/>
                </a:lnTo>
                <a:lnTo>
                  <a:pt x="191985" y="76200"/>
                </a:lnTo>
                <a:lnTo>
                  <a:pt x="187464" y="81280"/>
                </a:lnTo>
                <a:lnTo>
                  <a:pt x="176314" y="81280"/>
                </a:lnTo>
                <a:lnTo>
                  <a:pt x="171780" y="76200"/>
                </a:lnTo>
                <a:lnTo>
                  <a:pt x="171780" y="64770"/>
                </a:lnTo>
                <a:lnTo>
                  <a:pt x="176314" y="60960"/>
                </a:lnTo>
                <a:lnTo>
                  <a:pt x="187464" y="60960"/>
                </a:lnTo>
                <a:lnTo>
                  <a:pt x="191985" y="64770"/>
                </a:lnTo>
                <a:lnTo>
                  <a:pt x="191985" y="42824"/>
                </a:lnTo>
                <a:lnTo>
                  <a:pt x="153962" y="59690"/>
                </a:lnTo>
                <a:lnTo>
                  <a:pt x="151574" y="71120"/>
                </a:lnTo>
                <a:lnTo>
                  <a:pt x="153085" y="80010"/>
                </a:lnTo>
                <a:lnTo>
                  <a:pt x="157264" y="88900"/>
                </a:lnTo>
                <a:lnTo>
                  <a:pt x="163664" y="95250"/>
                </a:lnTo>
                <a:lnTo>
                  <a:pt x="171780" y="99060"/>
                </a:lnTo>
                <a:lnTo>
                  <a:pt x="171780" y="154940"/>
                </a:lnTo>
                <a:lnTo>
                  <a:pt x="172847" y="157480"/>
                </a:lnTo>
                <a:lnTo>
                  <a:pt x="212204" y="196850"/>
                </a:lnTo>
                <a:lnTo>
                  <a:pt x="212204" y="302260"/>
                </a:lnTo>
                <a:lnTo>
                  <a:pt x="210058" y="303530"/>
                </a:lnTo>
                <a:lnTo>
                  <a:pt x="191985" y="303530"/>
                </a:lnTo>
                <a:lnTo>
                  <a:pt x="191985" y="248920"/>
                </a:lnTo>
                <a:lnTo>
                  <a:pt x="191985" y="209550"/>
                </a:lnTo>
                <a:lnTo>
                  <a:pt x="190931" y="207010"/>
                </a:lnTo>
                <a:lnTo>
                  <a:pt x="111150" y="127000"/>
                </a:lnTo>
                <a:lnTo>
                  <a:pt x="111150" y="58420"/>
                </a:lnTo>
                <a:lnTo>
                  <a:pt x="119278" y="54610"/>
                </a:lnTo>
                <a:lnTo>
                  <a:pt x="125666" y="48260"/>
                </a:lnTo>
                <a:lnTo>
                  <a:pt x="129260" y="40640"/>
                </a:lnTo>
                <a:lnTo>
                  <a:pt x="129870" y="39370"/>
                </a:lnTo>
                <a:lnTo>
                  <a:pt x="112839" y="2540"/>
                </a:lnTo>
                <a:lnTo>
                  <a:pt x="111150" y="2184"/>
                </a:lnTo>
                <a:lnTo>
                  <a:pt x="111150" y="25400"/>
                </a:lnTo>
                <a:lnTo>
                  <a:pt x="111150" y="35560"/>
                </a:lnTo>
                <a:lnTo>
                  <a:pt x="106616" y="40640"/>
                </a:lnTo>
                <a:lnTo>
                  <a:pt x="95478" y="40640"/>
                </a:lnTo>
                <a:lnTo>
                  <a:pt x="90944" y="35560"/>
                </a:lnTo>
                <a:lnTo>
                  <a:pt x="90944" y="25400"/>
                </a:lnTo>
                <a:lnTo>
                  <a:pt x="95478" y="20320"/>
                </a:lnTo>
                <a:lnTo>
                  <a:pt x="106616" y="20320"/>
                </a:lnTo>
                <a:lnTo>
                  <a:pt x="111150" y="25400"/>
                </a:lnTo>
                <a:lnTo>
                  <a:pt x="111150" y="2184"/>
                </a:lnTo>
                <a:lnTo>
                  <a:pt x="73126" y="19050"/>
                </a:lnTo>
                <a:lnTo>
                  <a:pt x="70739" y="30480"/>
                </a:lnTo>
                <a:lnTo>
                  <a:pt x="72250" y="39370"/>
                </a:lnTo>
                <a:lnTo>
                  <a:pt x="76428" y="48260"/>
                </a:lnTo>
                <a:lnTo>
                  <a:pt x="82829" y="54610"/>
                </a:lnTo>
                <a:lnTo>
                  <a:pt x="90944" y="58420"/>
                </a:lnTo>
                <a:lnTo>
                  <a:pt x="90944" y="134620"/>
                </a:lnTo>
                <a:lnTo>
                  <a:pt x="92011" y="137160"/>
                </a:lnTo>
                <a:lnTo>
                  <a:pt x="171780" y="215900"/>
                </a:lnTo>
                <a:lnTo>
                  <a:pt x="171780" y="248920"/>
                </a:lnTo>
                <a:lnTo>
                  <a:pt x="116408" y="193040"/>
                </a:lnTo>
                <a:lnTo>
                  <a:pt x="113830" y="191770"/>
                </a:lnTo>
                <a:lnTo>
                  <a:pt x="58889" y="191770"/>
                </a:lnTo>
                <a:lnTo>
                  <a:pt x="54521" y="184150"/>
                </a:lnTo>
                <a:lnTo>
                  <a:pt x="47980" y="177800"/>
                </a:lnTo>
                <a:lnTo>
                  <a:pt x="40424" y="174307"/>
                </a:lnTo>
                <a:lnTo>
                  <a:pt x="40424" y="196850"/>
                </a:lnTo>
                <a:lnTo>
                  <a:pt x="40424" y="208280"/>
                </a:lnTo>
                <a:lnTo>
                  <a:pt x="35890" y="212090"/>
                </a:lnTo>
                <a:lnTo>
                  <a:pt x="24739" y="212090"/>
                </a:lnTo>
                <a:lnTo>
                  <a:pt x="20205" y="208280"/>
                </a:lnTo>
                <a:lnTo>
                  <a:pt x="20205" y="196850"/>
                </a:lnTo>
                <a:lnTo>
                  <a:pt x="24739" y="191770"/>
                </a:lnTo>
                <a:lnTo>
                  <a:pt x="35890" y="191770"/>
                </a:lnTo>
                <a:lnTo>
                  <a:pt x="40424" y="196850"/>
                </a:lnTo>
                <a:lnTo>
                  <a:pt x="40424" y="174307"/>
                </a:lnTo>
                <a:lnTo>
                  <a:pt x="39751" y="173990"/>
                </a:lnTo>
                <a:lnTo>
                  <a:pt x="30314" y="171450"/>
                </a:lnTo>
                <a:lnTo>
                  <a:pt x="18529" y="173990"/>
                </a:lnTo>
                <a:lnTo>
                  <a:pt x="8890" y="180340"/>
                </a:lnTo>
                <a:lnTo>
                  <a:pt x="2387" y="190500"/>
                </a:lnTo>
                <a:lnTo>
                  <a:pt x="0" y="201930"/>
                </a:lnTo>
                <a:lnTo>
                  <a:pt x="2387" y="214630"/>
                </a:lnTo>
                <a:lnTo>
                  <a:pt x="8890" y="223520"/>
                </a:lnTo>
                <a:lnTo>
                  <a:pt x="18529" y="229870"/>
                </a:lnTo>
                <a:lnTo>
                  <a:pt x="30314" y="232410"/>
                </a:lnTo>
                <a:lnTo>
                  <a:pt x="39751" y="231140"/>
                </a:lnTo>
                <a:lnTo>
                  <a:pt x="47980" y="227330"/>
                </a:lnTo>
                <a:lnTo>
                  <a:pt x="54521" y="220980"/>
                </a:lnTo>
                <a:lnTo>
                  <a:pt x="58889" y="212090"/>
                </a:lnTo>
                <a:lnTo>
                  <a:pt x="106972" y="212090"/>
                </a:lnTo>
                <a:lnTo>
                  <a:pt x="171780" y="276860"/>
                </a:lnTo>
                <a:lnTo>
                  <a:pt x="171780" y="303530"/>
                </a:lnTo>
                <a:lnTo>
                  <a:pt x="164579" y="303530"/>
                </a:lnTo>
                <a:lnTo>
                  <a:pt x="164579" y="323850"/>
                </a:lnTo>
                <a:lnTo>
                  <a:pt x="151574" y="329666"/>
                </a:lnTo>
                <a:lnTo>
                  <a:pt x="151574" y="364490"/>
                </a:lnTo>
                <a:lnTo>
                  <a:pt x="151574" y="546100"/>
                </a:lnTo>
                <a:lnTo>
                  <a:pt x="135890" y="546100"/>
                </a:lnTo>
                <a:lnTo>
                  <a:pt x="131368" y="549910"/>
                </a:lnTo>
                <a:lnTo>
                  <a:pt x="131368" y="586740"/>
                </a:lnTo>
                <a:lnTo>
                  <a:pt x="20205" y="586740"/>
                </a:lnTo>
                <a:lnTo>
                  <a:pt x="20205" y="364490"/>
                </a:lnTo>
                <a:lnTo>
                  <a:pt x="151574" y="364490"/>
                </a:lnTo>
                <a:lnTo>
                  <a:pt x="151574" y="329666"/>
                </a:lnTo>
                <a:lnTo>
                  <a:pt x="119113" y="344170"/>
                </a:lnTo>
                <a:lnTo>
                  <a:pt x="20205" y="344170"/>
                </a:lnTo>
                <a:lnTo>
                  <a:pt x="20205" y="323850"/>
                </a:lnTo>
                <a:lnTo>
                  <a:pt x="164579" y="323850"/>
                </a:lnTo>
                <a:lnTo>
                  <a:pt x="164579" y="303530"/>
                </a:lnTo>
                <a:lnTo>
                  <a:pt x="4521" y="303530"/>
                </a:lnTo>
                <a:lnTo>
                  <a:pt x="0" y="307340"/>
                </a:lnTo>
                <a:lnTo>
                  <a:pt x="0" y="601980"/>
                </a:lnTo>
                <a:lnTo>
                  <a:pt x="4521" y="605790"/>
                </a:lnTo>
                <a:lnTo>
                  <a:pt x="601764" y="605790"/>
                </a:lnTo>
                <a:lnTo>
                  <a:pt x="606285" y="601980"/>
                </a:lnTo>
                <a:lnTo>
                  <a:pt x="606285" y="586740"/>
                </a:lnTo>
                <a:lnTo>
                  <a:pt x="606285" y="364490"/>
                </a:lnTo>
                <a:lnTo>
                  <a:pt x="606285" y="344170"/>
                </a:lnTo>
                <a:lnTo>
                  <a:pt x="606285" y="323850"/>
                </a:lnTo>
                <a:lnTo>
                  <a:pt x="606285" y="307340"/>
                </a:lnTo>
                <a:lnTo>
                  <a:pt x="601764" y="303530"/>
                </a:lnTo>
                <a:lnTo>
                  <a:pt x="586079" y="303530"/>
                </a:lnTo>
                <a:lnTo>
                  <a:pt x="586079" y="323850"/>
                </a:lnTo>
                <a:lnTo>
                  <a:pt x="586079" y="344170"/>
                </a:lnTo>
                <a:lnTo>
                  <a:pt x="586079" y="364490"/>
                </a:lnTo>
                <a:lnTo>
                  <a:pt x="586079" y="586740"/>
                </a:lnTo>
                <a:lnTo>
                  <a:pt x="474929" y="586740"/>
                </a:lnTo>
                <a:lnTo>
                  <a:pt x="474929" y="566420"/>
                </a:lnTo>
                <a:lnTo>
                  <a:pt x="474929" y="549910"/>
                </a:lnTo>
                <a:lnTo>
                  <a:pt x="470408" y="546100"/>
                </a:lnTo>
                <a:lnTo>
                  <a:pt x="454723" y="546100"/>
                </a:lnTo>
                <a:lnTo>
                  <a:pt x="454723" y="566420"/>
                </a:lnTo>
                <a:lnTo>
                  <a:pt x="454723" y="586740"/>
                </a:lnTo>
                <a:lnTo>
                  <a:pt x="151574" y="586740"/>
                </a:lnTo>
                <a:lnTo>
                  <a:pt x="151574" y="566420"/>
                </a:lnTo>
                <a:lnTo>
                  <a:pt x="454723" y="566420"/>
                </a:lnTo>
                <a:lnTo>
                  <a:pt x="454723" y="546100"/>
                </a:lnTo>
                <a:lnTo>
                  <a:pt x="454710" y="525780"/>
                </a:lnTo>
                <a:lnTo>
                  <a:pt x="454710" y="505460"/>
                </a:lnTo>
                <a:lnTo>
                  <a:pt x="454710" y="364490"/>
                </a:lnTo>
                <a:lnTo>
                  <a:pt x="586079" y="364490"/>
                </a:lnTo>
                <a:lnTo>
                  <a:pt x="586079" y="344170"/>
                </a:lnTo>
                <a:lnTo>
                  <a:pt x="487172" y="344170"/>
                </a:lnTo>
                <a:lnTo>
                  <a:pt x="441706" y="323850"/>
                </a:lnTo>
                <a:lnTo>
                  <a:pt x="586079" y="323850"/>
                </a:lnTo>
                <a:lnTo>
                  <a:pt x="586079" y="303530"/>
                </a:lnTo>
                <a:lnTo>
                  <a:pt x="495134" y="303530"/>
                </a:lnTo>
                <a:lnTo>
                  <a:pt x="495134" y="246380"/>
                </a:lnTo>
                <a:lnTo>
                  <a:pt x="509422" y="232410"/>
                </a:lnTo>
                <a:lnTo>
                  <a:pt x="527189" y="232410"/>
                </a:lnTo>
                <a:lnTo>
                  <a:pt x="531558" y="241300"/>
                </a:lnTo>
                <a:lnTo>
                  <a:pt x="538099" y="247650"/>
                </a:lnTo>
                <a:lnTo>
                  <a:pt x="546328" y="251460"/>
                </a:lnTo>
                <a:lnTo>
                  <a:pt x="555764" y="252730"/>
                </a:lnTo>
                <a:lnTo>
                  <a:pt x="567550" y="250190"/>
                </a:lnTo>
                <a:lnTo>
                  <a:pt x="577189" y="243840"/>
                </a:lnTo>
                <a:lnTo>
                  <a:pt x="583692" y="233680"/>
                </a:lnTo>
                <a:lnTo>
                  <a:pt x="586079" y="222250"/>
                </a:lnTo>
                <a:lnTo>
                  <a:pt x="583692" y="210820"/>
                </a:lnTo>
                <a:lnTo>
                  <a:pt x="577189" y="200660"/>
                </a:lnTo>
                <a:lnTo>
                  <a:pt x="567550" y="194310"/>
                </a:lnTo>
                <a:lnTo>
                  <a:pt x="565873" y="193954"/>
                </a:lnTo>
                <a:lnTo>
                  <a:pt x="565873" y="217170"/>
                </a:lnTo>
                <a:lnTo>
                  <a:pt x="565873" y="228600"/>
                </a:lnTo>
                <a:lnTo>
                  <a:pt x="561340" y="232410"/>
                </a:lnTo>
                <a:lnTo>
                  <a:pt x="550189" y="232410"/>
                </a:lnTo>
                <a:lnTo>
                  <a:pt x="545655" y="228600"/>
                </a:lnTo>
                <a:lnTo>
                  <a:pt x="545655" y="217170"/>
                </a:lnTo>
                <a:lnTo>
                  <a:pt x="550189" y="212090"/>
                </a:lnTo>
                <a:lnTo>
                  <a:pt x="561340" y="212090"/>
                </a:lnTo>
                <a:lnTo>
                  <a:pt x="565873" y="217170"/>
                </a:lnTo>
                <a:lnTo>
                  <a:pt x="565873" y="193954"/>
                </a:lnTo>
                <a:lnTo>
                  <a:pt x="555764" y="191770"/>
                </a:lnTo>
                <a:lnTo>
                  <a:pt x="546328" y="193040"/>
                </a:lnTo>
                <a:lnTo>
                  <a:pt x="538099" y="198120"/>
                </a:lnTo>
                <a:lnTo>
                  <a:pt x="531558" y="204470"/>
                </a:lnTo>
                <a:lnTo>
                  <a:pt x="527189" y="212090"/>
                </a:lnTo>
                <a:lnTo>
                  <a:pt x="502564" y="212090"/>
                </a:lnTo>
                <a:lnTo>
                  <a:pt x="499986" y="213360"/>
                </a:lnTo>
                <a:lnTo>
                  <a:pt x="475996" y="237490"/>
                </a:lnTo>
                <a:lnTo>
                  <a:pt x="474929" y="240030"/>
                </a:lnTo>
                <a:lnTo>
                  <a:pt x="474929" y="303530"/>
                </a:lnTo>
                <a:lnTo>
                  <a:pt x="454710" y="303530"/>
                </a:lnTo>
                <a:lnTo>
                  <a:pt x="454710" y="226060"/>
                </a:lnTo>
                <a:lnTo>
                  <a:pt x="502970" y="177800"/>
                </a:lnTo>
                <a:lnTo>
                  <a:pt x="529640" y="151130"/>
                </a:lnTo>
                <a:lnTo>
                  <a:pt x="557504" y="151130"/>
                </a:lnTo>
                <a:lnTo>
                  <a:pt x="561873" y="160020"/>
                </a:lnTo>
                <a:lnTo>
                  <a:pt x="568413" y="166370"/>
                </a:lnTo>
                <a:lnTo>
                  <a:pt x="576643" y="170180"/>
                </a:lnTo>
                <a:lnTo>
                  <a:pt x="586079" y="171450"/>
                </a:lnTo>
                <a:lnTo>
                  <a:pt x="597865" y="168910"/>
                </a:lnTo>
                <a:lnTo>
                  <a:pt x="607504" y="162560"/>
                </a:lnTo>
                <a:lnTo>
                  <a:pt x="614006" y="153670"/>
                </a:lnTo>
                <a:lnTo>
                  <a:pt x="616394" y="140970"/>
                </a:lnTo>
                <a:close/>
              </a:path>
            </a:pathLst>
          </a:custGeom>
          <a:solidFill>
            <a:srgbClr val="402626"/>
          </a:solidFill>
        </p:spPr>
        <p:txBody>
          <a:bodyPr wrap="square" lIns="0" tIns="0" rIns="0" bIns="0" rtlCol="0"/>
          <a:lstStyle/>
          <a:p>
            <a:endParaRPr sz="900"/>
          </a:p>
        </p:txBody>
      </p:sp>
      <p:sp>
        <p:nvSpPr>
          <p:cNvPr id="8" name="object 8"/>
          <p:cNvSpPr txBox="1"/>
          <p:nvPr/>
        </p:nvSpPr>
        <p:spPr>
          <a:xfrm>
            <a:off x="5044719" y="5069910"/>
            <a:ext cx="3514827" cy="86049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6350">
              <a:spcBef>
                <a:spcPts val="50"/>
              </a:spcBef>
            </a:pPr>
            <a:r>
              <a:rPr sz="2000" b="1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Future-</a:t>
            </a:r>
            <a:r>
              <a:rPr sz="2000" b="1" spc="-15" dirty="0">
                <a:solidFill>
                  <a:srgbClr val="402626"/>
                </a:solidFill>
                <a:latin typeface="Century Gothic Pro"/>
                <a:cs typeface="Century Gothic Pro"/>
              </a:rPr>
              <a:t>Ready</a:t>
            </a:r>
            <a:r>
              <a:rPr sz="2000" b="1" spc="-973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2000" b="1" dirty="0">
                <a:solidFill>
                  <a:srgbClr val="402626"/>
                </a:solidFill>
                <a:latin typeface="Century Gothic Pro"/>
                <a:cs typeface="Century Gothic Pro"/>
              </a:rPr>
              <a:t>Platfo</a:t>
            </a:r>
            <a:r>
              <a:rPr sz="2000" b="1" spc="5" dirty="0">
                <a:solidFill>
                  <a:srgbClr val="402626"/>
                </a:solidFill>
                <a:latin typeface="Century Gothic Pro"/>
                <a:cs typeface="Century Gothic Pro"/>
              </a:rPr>
              <a:t>r</a:t>
            </a:r>
            <a:r>
              <a:rPr sz="2000" b="1" dirty="0">
                <a:solidFill>
                  <a:srgbClr val="402626"/>
                </a:solidFill>
                <a:latin typeface="Century Gothic Pro"/>
                <a:cs typeface="Century Gothic Pro"/>
              </a:rPr>
              <a:t>m</a:t>
            </a:r>
            <a:endParaRPr sz="2000" dirty="0">
              <a:latin typeface="Century Gothic Pro"/>
              <a:cs typeface="Century Gothic Pro"/>
            </a:endParaRPr>
          </a:p>
          <a:p>
            <a:pPr marL="114300" marR="2540" indent="-108268">
              <a:spcBef>
                <a:spcPts val="930"/>
              </a:spcBef>
              <a:buFont typeface="Times New Roman"/>
              <a:buChar char="•"/>
              <a:tabLst>
                <a:tab pos="114300" algn="l"/>
              </a:tabLst>
            </a:pP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Scalable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architecture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dirty="0">
                <a:solidFill>
                  <a:srgbClr val="402626"/>
                </a:solidFill>
                <a:latin typeface="Century Gothic Pro"/>
                <a:cs typeface="Century Gothic Pro"/>
              </a:rPr>
              <a:t>supports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b="1" dirty="0">
                <a:solidFill>
                  <a:srgbClr val="402626"/>
                </a:solidFill>
                <a:latin typeface="Century Gothic Pro"/>
                <a:cs typeface="Century Gothic Pro"/>
              </a:rPr>
              <a:t>AI-driven enhancements</a:t>
            </a:r>
            <a:r>
              <a:rPr sz="1400" b="1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and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8" dirty="0">
                <a:solidFill>
                  <a:srgbClr val="402626"/>
                </a:solidFill>
                <a:latin typeface="Century Gothic Pro"/>
                <a:cs typeface="Century Gothic Pro"/>
              </a:rPr>
              <a:t>ongoing</a:t>
            </a:r>
            <a:r>
              <a:rPr sz="1400" spc="-725" dirty="0">
                <a:solidFill>
                  <a:srgbClr val="402626"/>
                </a:solidFill>
                <a:latin typeface="Century Gothic Pro"/>
                <a:cs typeface="Century Gothic Pro"/>
              </a:rPr>
              <a:t> </a:t>
            </a:r>
            <a:r>
              <a:rPr sz="1400" spc="-5" dirty="0">
                <a:solidFill>
                  <a:srgbClr val="402626"/>
                </a:solidFill>
                <a:latin typeface="Century Gothic Pro"/>
                <a:cs typeface="Century Gothic Pro"/>
              </a:rPr>
              <a:t>improvements.</a:t>
            </a:r>
            <a:endParaRPr sz="1400" dirty="0">
              <a:latin typeface="Century Gothic Pro"/>
              <a:cs typeface="Century Gothic Pro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537B4720-C9B7-4F48-9A3C-ED42B18B6091}"/>
              </a:ext>
            </a:extLst>
          </p:cNvPr>
          <p:cNvSpPr/>
          <p:nvPr/>
        </p:nvSpPr>
        <p:spPr>
          <a:xfrm>
            <a:off x="5198304" y="4711571"/>
            <a:ext cx="308293" cy="302895"/>
          </a:xfrm>
          <a:custGeom>
            <a:avLst/>
            <a:gdLst/>
            <a:ahLst/>
            <a:cxnLst/>
            <a:rect l="l" t="t" r="r" b="b"/>
            <a:pathLst>
              <a:path w="616584" h="605790">
                <a:moveTo>
                  <a:pt x="70739" y="504736"/>
                </a:moveTo>
                <a:lnTo>
                  <a:pt x="50533" y="504736"/>
                </a:lnTo>
                <a:lnTo>
                  <a:pt x="50533" y="545160"/>
                </a:lnTo>
                <a:lnTo>
                  <a:pt x="70739" y="545160"/>
                </a:lnTo>
                <a:lnTo>
                  <a:pt x="70739" y="504736"/>
                </a:lnTo>
                <a:close/>
              </a:path>
              <a:path w="616584" h="605790">
                <a:moveTo>
                  <a:pt x="70739" y="423900"/>
                </a:moveTo>
                <a:lnTo>
                  <a:pt x="50533" y="423900"/>
                </a:lnTo>
                <a:lnTo>
                  <a:pt x="50533" y="464324"/>
                </a:lnTo>
                <a:lnTo>
                  <a:pt x="70739" y="464324"/>
                </a:lnTo>
                <a:lnTo>
                  <a:pt x="70739" y="423900"/>
                </a:lnTo>
                <a:close/>
              </a:path>
              <a:path w="616584" h="605790">
                <a:moveTo>
                  <a:pt x="121259" y="504736"/>
                </a:moveTo>
                <a:lnTo>
                  <a:pt x="101053" y="504736"/>
                </a:lnTo>
                <a:lnTo>
                  <a:pt x="101053" y="545160"/>
                </a:lnTo>
                <a:lnTo>
                  <a:pt x="121259" y="545160"/>
                </a:lnTo>
                <a:lnTo>
                  <a:pt x="121259" y="504736"/>
                </a:lnTo>
                <a:close/>
              </a:path>
              <a:path w="616584" h="605790">
                <a:moveTo>
                  <a:pt x="121259" y="423900"/>
                </a:moveTo>
                <a:lnTo>
                  <a:pt x="101053" y="423900"/>
                </a:lnTo>
                <a:lnTo>
                  <a:pt x="101053" y="464324"/>
                </a:lnTo>
                <a:lnTo>
                  <a:pt x="121259" y="464324"/>
                </a:lnTo>
                <a:lnTo>
                  <a:pt x="121259" y="423900"/>
                </a:lnTo>
                <a:close/>
              </a:path>
              <a:path w="616584" h="605790">
                <a:moveTo>
                  <a:pt x="505244" y="504736"/>
                </a:moveTo>
                <a:lnTo>
                  <a:pt x="485038" y="504736"/>
                </a:lnTo>
                <a:lnTo>
                  <a:pt x="485038" y="545160"/>
                </a:lnTo>
                <a:lnTo>
                  <a:pt x="505244" y="545160"/>
                </a:lnTo>
                <a:lnTo>
                  <a:pt x="505244" y="504736"/>
                </a:lnTo>
                <a:close/>
              </a:path>
              <a:path w="616584" h="605790">
                <a:moveTo>
                  <a:pt x="505244" y="423900"/>
                </a:moveTo>
                <a:lnTo>
                  <a:pt x="485038" y="423900"/>
                </a:lnTo>
                <a:lnTo>
                  <a:pt x="485038" y="464324"/>
                </a:lnTo>
                <a:lnTo>
                  <a:pt x="505244" y="464324"/>
                </a:lnTo>
                <a:lnTo>
                  <a:pt x="505244" y="423900"/>
                </a:lnTo>
                <a:close/>
              </a:path>
              <a:path w="616584" h="605790">
                <a:moveTo>
                  <a:pt x="555764" y="504736"/>
                </a:moveTo>
                <a:lnTo>
                  <a:pt x="535559" y="504736"/>
                </a:lnTo>
                <a:lnTo>
                  <a:pt x="535559" y="545160"/>
                </a:lnTo>
                <a:lnTo>
                  <a:pt x="555764" y="545160"/>
                </a:lnTo>
                <a:lnTo>
                  <a:pt x="555764" y="504736"/>
                </a:lnTo>
                <a:close/>
              </a:path>
              <a:path w="616584" h="605790">
                <a:moveTo>
                  <a:pt x="555764" y="423900"/>
                </a:moveTo>
                <a:lnTo>
                  <a:pt x="535559" y="423900"/>
                </a:lnTo>
                <a:lnTo>
                  <a:pt x="535559" y="464324"/>
                </a:lnTo>
                <a:lnTo>
                  <a:pt x="555764" y="464324"/>
                </a:lnTo>
                <a:lnTo>
                  <a:pt x="555764" y="423900"/>
                </a:lnTo>
                <a:close/>
              </a:path>
              <a:path w="616584" h="605790">
                <a:moveTo>
                  <a:pt x="616394" y="140970"/>
                </a:moveTo>
                <a:lnTo>
                  <a:pt x="614006" y="129540"/>
                </a:lnTo>
                <a:lnTo>
                  <a:pt x="607504" y="120650"/>
                </a:lnTo>
                <a:lnTo>
                  <a:pt x="597865" y="114300"/>
                </a:lnTo>
                <a:lnTo>
                  <a:pt x="596188" y="113944"/>
                </a:lnTo>
                <a:lnTo>
                  <a:pt x="596188" y="135890"/>
                </a:lnTo>
                <a:lnTo>
                  <a:pt x="596188" y="147320"/>
                </a:lnTo>
                <a:lnTo>
                  <a:pt x="591654" y="151130"/>
                </a:lnTo>
                <a:lnTo>
                  <a:pt x="580504" y="151130"/>
                </a:lnTo>
                <a:lnTo>
                  <a:pt x="575970" y="147320"/>
                </a:lnTo>
                <a:lnTo>
                  <a:pt x="575970" y="135890"/>
                </a:lnTo>
                <a:lnTo>
                  <a:pt x="580504" y="132080"/>
                </a:lnTo>
                <a:lnTo>
                  <a:pt x="591654" y="132080"/>
                </a:lnTo>
                <a:lnTo>
                  <a:pt x="596188" y="135890"/>
                </a:lnTo>
                <a:lnTo>
                  <a:pt x="596188" y="113944"/>
                </a:lnTo>
                <a:lnTo>
                  <a:pt x="586079" y="111760"/>
                </a:lnTo>
                <a:lnTo>
                  <a:pt x="576643" y="113030"/>
                </a:lnTo>
                <a:lnTo>
                  <a:pt x="568413" y="116840"/>
                </a:lnTo>
                <a:lnTo>
                  <a:pt x="561873" y="123190"/>
                </a:lnTo>
                <a:lnTo>
                  <a:pt x="557504" y="132080"/>
                </a:lnTo>
                <a:lnTo>
                  <a:pt x="520204" y="132080"/>
                </a:lnTo>
                <a:lnTo>
                  <a:pt x="474929" y="177800"/>
                </a:lnTo>
                <a:lnTo>
                  <a:pt x="474929" y="146050"/>
                </a:lnTo>
                <a:lnTo>
                  <a:pt x="514286" y="106680"/>
                </a:lnTo>
                <a:lnTo>
                  <a:pt x="515340" y="104140"/>
                </a:lnTo>
                <a:lnTo>
                  <a:pt x="515340" y="58420"/>
                </a:lnTo>
                <a:lnTo>
                  <a:pt x="523468" y="54610"/>
                </a:lnTo>
                <a:lnTo>
                  <a:pt x="529856" y="48260"/>
                </a:lnTo>
                <a:lnTo>
                  <a:pt x="533450" y="40640"/>
                </a:lnTo>
                <a:lnTo>
                  <a:pt x="534060" y="39370"/>
                </a:lnTo>
                <a:lnTo>
                  <a:pt x="535559" y="30480"/>
                </a:lnTo>
                <a:lnTo>
                  <a:pt x="515340" y="2184"/>
                </a:lnTo>
                <a:lnTo>
                  <a:pt x="515340" y="25400"/>
                </a:lnTo>
                <a:lnTo>
                  <a:pt x="515340" y="35560"/>
                </a:lnTo>
                <a:lnTo>
                  <a:pt x="510806" y="40640"/>
                </a:lnTo>
                <a:lnTo>
                  <a:pt x="499668" y="40640"/>
                </a:lnTo>
                <a:lnTo>
                  <a:pt x="495134" y="35560"/>
                </a:lnTo>
                <a:lnTo>
                  <a:pt x="495134" y="25400"/>
                </a:lnTo>
                <a:lnTo>
                  <a:pt x="499668" y="20320"/>
                </a:lnTo>
                <a:lnTo>
                  <a:pt x="510806" y="20320"/>
                </a:lnTo>
                <a:lnTo>
                  <a:pt x="515340" y="25400"/>
                </a:lnTo>
                <a:lnTo>
                  <a:pt x="515340" y="2184"/>
                </a:lnTo>
                <a:lnTo>
                  <a:pt x="477316" y="19050"/>
                </a:lnTo>
                <a:lnTo>
                  <a:pt x="474929" y="30480"/>
                </a:lnTo>
                <a:lnTo>
                  <a:pt x="476440" y="39370"/>
                </a:lnTo>
                <a:lnTo>
                  <a:pt x="480618" y="48260"/>
                </a:lnTo>
                <a:lnTo>
                  <a:pt x="487019" y="54610"/>
                </a:lnTo>
                <a:lnTo>
                  <a:pt x="495134" y="58420"/>
                </a:lnTo>
                <a:lnTo>
                  <a:pt x="495134" y="96520"/>
                </a:lnTo>
                <a:lnTo>
                  <a:pt x="455777" y="135890"/>
                </a:lnTo>
                <a:lnTo>
                  <a:pt x="454710" y="138430"/>
                </a:lnTo>
                <a:lnTo>
                  <a:pt x="454710" y="198120"/>
                </a:lnTo>
                <a:lnTo>
                  <a:pt x="437413" y="215341"/>
                </a:lnTo>
                <a:lnTo>
                  <a:pt x="437413" y="344170"/>
                </a:lnTo>
                <a:lnTo>
                  <a:pt x="434505" y="344170"/>
                </a:lnTo>
                <a:lnTo>
                  <a:pt x="434505" y="364490"/>
                </a:lnTo>
                <a:lnTo>
                  <a:pt x="434505" y="546100"/>
                </a:lnTo>
                <a:lnTo>
                  <a:pt x="414299" y="546100"/>
                </a:lnTo>
                <a:lnTo>
                  <a:pt x="414299" y="525780"/>
                </a:lnTo>
                <a:lnTo>
                  <a:pt x="434505" y="525780"/>
                </a:lnTo>
                <a:lnTo>
                  <a:pt x="434505" y="505460"/>
                </a:lnTo>
                <a:lnTo>
                  <a:pt x="414299" y="505460"/>
                </a:lnTo>
                <a:lnTo>
                  <a:pt x="414299" y="444500"/>
                </a:lnTo>
                <a:lnTo>
                  <a:pt x="434505" y="444500"/>
                </a:lnTo>
                <a:lnTo>
                  <a:pt x="434505" y="424180"/>
                </a:lnTo>
                <a:lnTo>
                  <a:pt x="414299" y="424180"/>
                </a:lnTo>
                <a:lnTo>
                  <a:pt x="414299" y="403860"/>
                </a:lnTo>
                <a:lnTo>
                  <a:pt x="434505" y="403860"/>
                </a:lnTo>
                <a:lnTo>
                  <a:pt x="434505" y="383540"/>
                </a:lnTo>
                <a:lnTo>
                  <a:pt x="394081" y="383540"/>
                </a:lnTo>
                <a:lnTo>
                  <a:pt x="394081" y="403860"/>
                </a:lnTo>
                <a:lnTo>
                  <a:pt x="394081" y="546100"/>
                </a:lnTo>
                <a:lnTo>
                  <a:pt x="373875" y="546100"/>
                </a:lnTo>
                <a:lnTo>
                  <a:pt x="373875" y="525780"/>
                </a:lnTo>
                <a:lnTo>
                  <a:pt x="373875" y="505460"/>
                </a:lnTo>
                <a:lnTo>
                  <a:pt x="373875" y="444500"/>
                </a:lnTo>
                <a:lnTo>
                  <a:pt x="373875" y="424180"/>
                </a:lnTo>
                <a:lnTo>
                  <a:pt x="373875" y="403860"/>
                </a:lnTo>
                <a:lnTo>
                  <a:pt x="394081" y="403860"/>
                </a:lnTo>
                <a:lnTo>
                  <a:pt x="394081" y="383540"/>
                </a:lnTo>
                <a:lnTo>
                  <a:pt x="353669" y="383540"/>
                </a:lnTo>
                <a:lnTo>
                  <a:pt x="353669" y="403860"/>
                </a:lnTo>
                <a:lnTo>
                  <a:pt x="353669" y="424180"/>
                </a:lnTo>
                <a:lnTo>
                  <a:pt x="353669" y="444500"/>
                </a:lnTo>
                <a:lnTo>
                  <a:pt x="353669" y="505460"/>
                </a:lnTo>
                <a:lnTo>
                  <a:pt x="353669" y="525780"/>
                </a:lnTo>
                <a:lnTo>
                  <a:pt x="353669" y="546100"/>
                </a:lnTo>
                <a:lnTo>
                  <a:pt x="333463" y="546100"/>
                </a:lnTo>
                <a:lnTo>
                  <a:pt x="333463" y="525780"/>
                </a:lnTo>
                <a:lnTo>
                  <a:pt x="353669" y="525780"/>
                </a:lnTo>
                <a:lnTo>
                  <a:pt x="353669" y="505460"/>
                </a:lnTo>
                <a:lnTo>
                  <a:pt x="333463" y="505460"/>
                </a:lnTo>
                <a:lnTo>
                  <a:pt x="333463" y="444500"/>
                </a:lnTo>
                <a:lnTo>
                  <a:pt x="353669" y="444500"/>
                </a:lnTo>
                <a:lnTo>
                  <a:pt x="353669" y="424180"/>
                </a:lnTo>
                <a:lnTo>
                  <a:pt x="333463" y="424180"/>
                </a:lnTo>
                <a:lnTo>
                  <a:pt x="333463" y="403860"/>
                </a:lnTo>
                <a:lnTo>
                  <a:pt x="353669" y="403860"/>
                </a:lnTo>
                <a:lnTo>
                  <a:pt x="353669" y="383540"/>
                </a:lnTo>
                <a:lnTo>
                  <a:pt x="313245" y="383540"/>
                </a:lnTo>
                <a:lnTo>
                  <a:pt x="313245" y="403860"/>
                </a:lnTo>
                <a:lnTo>
                  <a:pt x="313245" y="546100"/>
                </a:lnTo>
                <a:lnTo>
                  <a:pt x="293039" y="546100"/>
                </a:lnTo>
                <a:lnTo>
                  <a:pt x="293039" y="525780"/>
                </a:lnTo>
                <a:lnTo>
                  <a:pt x="293039" y="505460"/>
                </a:lnTo>
                <a:lnTo>
                  <a:pt x="293039" y="444500"/>
                </a:lnTo>
                <a:lnTo>
                  <a:pt x="293039" y="424180"/>
                </a:lnTo>
                <a:lnTo>
                  <a:pt x="293039" y="403860"/>
                </a:lnTo>
                <a:lnTo>
                  <a:pt x="313245" y="403860"/>
                </a:lnTo>
                <a:lnTo>
                  <a:pt x="313245" y="383540"/>
                </a:lnTo>
                <a:lnTo>
                  <a:pt x="272834" y="383540"/>
                </a:lnTo>
                <a:lnTo>
                  <a:pt x="272834" y="403860"/>
                </a:lnTo>
                <a:lnTo>
                  <a:pt x="272834" y="424180"/>
                </a:lnTo>
                <a:lnTo>
                  <a:pt x="272821" y="444500"/>
                </a:lnTo>
                <a:lnTo>
                  <a:pt x="272821" y="505460"/>
                </a:lnTo>
                <a:lnTo>
                  <a:pt x="272821" y="525780"/>
                </a:lnTo>
                <a:lnTo>
                  <a:pt x="272821" y="546100"/>
                </a:lnTo>
                <a:lnTo>
                  <a:pt x="252615" y="546100"/>
                </a:lnTo>
                <a:lnTo>
                  <a:pt x="252615" y="525780"/>
                </a:lnTo>
                <a:lnTo>
                  <a:pt x="272821" y="525780"/>
                </a:lnTo>
                <a:lnTo>
                  <a:pt x="272821" y="505460"/>
                </a:lnTo>
                <a:lnTo>
                  <a:pt x="252615" y="505460"/>
                </a:lnTo>
                <a:lnTo>
                  <a:pt x="252615" y="444500"/>
                </a:lnTo>
                <a:lnTo>
                  <a:pt x="272821" y="444500"/>
                </a:lnTo>
                <a:lnTo>
                  <a:pt x="272821" y="424180"/>
                </a:lnTo>
                <a:lnTo>
                  <a:pt x="252628" y="424180"/>
                </a:lnTo>
                <a:lnTo>
                  <a:pt x="252628" y="403860"/>
                </a:lnTo>
                <a:lnTo>
                  <a:pt x="272834" y="403860"/>
                </a:lnTo>
                <a:lnTo>
                  <a:pt x="272834" y="383540"/>
                </a:lnTo>
                <a:lnTo>
                  <a:pt x="232410" y="383540"/>
                </a:lnTo>
                <a:lnTo>
                  <a:pt x="232410" y="403860"/>
                </a:lnTo>
                <a:lnTo>
                  <a:pt x="232410" y="546100"/>
                </a:lnTo>
                <a:lnTo>
                  <a:pt x="212204" y="546100"/>
                </a:lnTo>
                <a:lnTo>
                  <a:pt x="212204" y="525780"/>
                </a:lnTo>
                <a:lnTo>
                  <a:pt x="212204" y="505460"/>
                </a:lnTo>
                <a:lnTo>
                  <a:pt x="212204" y="444500"/>
                </a:lnTo>
                <a:lnTo>
                  <a:pt x="212204" y="424180"/>
                </a:lnTo>
                <a:lnTo>
                  <a:pt x="212204" y="403860"/>
                </a:lnTo>
                <a:lnTo>
                  <a:pt x="232410" y="403860"/>
                </a:lnTo>
                <a:lnTo>
                  <a:pt x="232410" y="383540"/>
                </a:lnTo>
                <a:lnTo>
                  <a:pt x="191985" y="383540"/>
                </a:lnTo>
                <a:lnTo>
                  <a:pt x="191985" y="403860"/>
                </a:lnTo>
                <a:lnTo>
                  <a:pt x="191985" y="424180"/>
                </a:lnTo>
                <a:lnTo>
                  <a:pt x="191985" y="444500"/>
                </a:lnTo>
                <a:lnTo>
                  <a:pt x="191985" y="505460"/>
                </a:lnTo>
                <a:lnTo>
                  <a:pt x="191985" y="525780"/>
                </a:lnTo>
                <a:lnTo>
                  <a:pt x="191985" y="546100"/>
                </a:lnTo>
                <a:lnTo>
                  <a:pt x="171780" y="546100"/>
                </a:lnTo>
                <a:lnTo>
                  <a:pt x="171780" y="525780"/>
                </a:lnTo>
                <a:lnTo>
                  <a:pt x="191985" y="525780"/>
                </a:lnTo>
                <a:lnTo>
                  <a:pt x="191985" y="505460"/>
                </a:lnTo>
                <a:lnTo>
                  <a:pt x="171780" y="505460"/>
                </a:lnTo>
                <a:lnTo>
                  <a:pt x="171780" y="444500"/>
                </a:lnTo>
                <a:lnTo>
                  <a:pt x="191985" y="444500"/>
                </a:lnTo>
                <a:lnTo>
                  <a:pt x="191985" y="424180"/>
                </a:lnTo>
                <a:lnTo>
                  <a:pt x="171780" y="424180"/>
                </a:lnTo>
                <a:lnTo>
                  <a:pt x="171780" y="403860"/>
                </a:lnTo>
                <a:lnTo>
                  <a:pt x="191985" y="403860"/>
                </a:lnTo>
                <a:lnTo>
                  <a:pt x="191985" y="383540"/>
                </a:lnTo>
                <a:lnTo>
                  <a:pt x="171780" y="383540"/>
                </a:lnTo>
                <a:lnTo>
                  <a:pt x="171780" y="364490"/>
                </a:lnTo>
                <a:lnTo>
                  <a:pt x="434505" y="364490"/>
                </a:lnTo>
                <a:lnTo>
                  <a:pt x="434505" y="344170"/>
                </a:lnTo>
                <a:lnTo>
                  <a:pt x="168871" y="344170"/>
                </a:lnTo>
                <a:lnTo>
                  <a:pt x="214591" y="323850"/>
                </a:lnTo>
                <a:lnTo>
                  <a:pt x="283146" y="293370"/>
                </a:lnTo>
                <a:lnTo>
                  <a:pt x="303149" y="284480"/>
                </a:lnTo>
                <a:lnTo>
                  <a:pt x="437413" y="344170"/>
                </a:lnTo>
                <a:lnTo>
                  <a:pt x="437413" y="215341"/>
                </a:lnTo>
                <a:lnTo>
                  <a:pt x="435571" y="217170"/>
                </a:lnTo>
                <a:lnTo>
                  <a:pt x="434505" y="219710"/>
                </a:lnTo>
                <a:lnTo>
                  <a:pt x="434505" y="303530"/>
                </a:lnTo>
                <a:lnTo>
                  <a:pt x="414299" y="303530"/>
                </a:lnTo>
                <a:lnTo>
                  <a:pt x="414299" y="302260"/>
                </a:lnTo>
                <a:lnTo>
                  <a:pt x="414299" y="207010"/>
                </a:lnTo>
                <a:lnTo>
                  <a:pt x="433438" y="186690"/>
                </a:lnTo>
                <a:lnTo>
                  <a:pt x="434505" y="184150"/>
                </a:lnTo>
                <a:lnTo>
                  <a:pt x="434505" y="99060"/>
                </a:lnTo>
                <a:lnTo>
                  <a:pt x="442620" y="95250"/>
                </a:lnTo>
                <a:lnTo>
                  <a:pt x="449021" y="88900"/>
                </a:lnTo>
                <a:lnTo>
                  <a:pt x="452615" y="81280"/>
                </a:lnTo>
                <a:lnTo>
                  <a:pt x="453212" y="80010"/>
                </a:lnTo>
                <a:lnTo>
                  <a:pt x="454710" y="71120"/>
                </a:lnTo>
                <a:lnTo>
                  <a:pt x="452589" y="60960"/>
                </a:lnTo>
                <a:lnTo>
                  <a:pt x="452323" y="59690"/>
                </a:lnTo>
                <a:lnTo>
                  <a:pt x="445833" y="49530"/>
                </a:lnTo>
                <a:lnTo>
                  <a:pt x="436194" y="43180"/>
                </a:lnTo>
                <a:lnTo>
                  <a:pt x="434505" y="42824"/>
                </a:lnTo>
                <a:lnTo>
                  <a:pt x="434505" y="64770"/>
                </a:lnTo>
                <a:lnTo>
                  <a:pt x="434505" y="76200"/>
                </a:lnTo>
                <a:lnTo>
                  <a:pt x="429971" y="81280"/>
                </a:lnTo>
                <a:lnTo>
                  <a:pt x="418833" y="81280"/>
                </a:lnTo>
                <a:lnTo>
                  <a:pt x="414299" y="76200"/>
                </a:lnTo>
                <a:lnTo>
                  <a:pt x="414299" y="64770"/>
                </a:lnTo>
                <a:lnTo>
                  <a:pt x="418833" y="60960"/>
                </a:lnTo>
                <a:lnTo>
                  <a:pt x="429971" y="60960"/>
                </a:lnTo>
                <a:lnTo>
                  <a:pt x="434505" y="64770"/>
                </a:lnTo>
                <a:lnTo>
                  <a:pt x="434505" y="42824"/>
                </a:lnTo>
                <a:lnTo>
                  <a:pt x="396481" y="59690"/>
                </a:lnTo>
                <a:lnTo>
                  <a:pt x="394093" y="71120"/>
                </a:lnTo>
                <a:lnTo>
                  <a:pt x="395605" y="80010"/>
                </a:lnTo>
                <a:lnTo>
                  <a:pt x="399783" y="88900"/>
                </a:lnTo>
                <a:lnTo>
                  <a:pt x="406184" y="95250"/>
                </a:lnTo>
                <a:lnTo>
                  <a:pt x="414299" y="99060"/>
                </a:lnTo>
                <a:lnTo>
                  <a:pt x="414299" y="177800"/>
                </a:lnTo>
                <a:lnTo>
                  <a:pt x="395147" y="196850"/>
                </a:lnTo>
                <a:lnTo>
                  <a:pt x="394093" y="199390"/>
                </a:lnTo>
                <a:lnTo>
                  <a:pt x="394093" y="302260"/>
                </a:lnTo>
                <a:lnTo>
                  <a:pt x="353669" y="284480"/>
                </a:lnTo>
                <a:lnTo>
                  <a:pt x="333463" y="275590"/>
                </a:lnTo>
                <a:lnTo>
                  <a:pt x="313245" y="266700"/>
                </a:lnTo>
                <a:lnTo>
                  <a:pt x="313245" y="227330"/>
                </a:lnTo>
                <a:lnTo>
                  <a:pt x="323989" y="227330"/>
                </a:lnTo>
                <a:lnTo>
                  <a:pt x="348792" y="217170"/>
                </a:lnTo>
                <a:lnTo>
                  <a:pt x="352488" y="215900"/>
                </a:lnTo>
                <a:lnTo>
                  <a:pt x="360083" y="222250"/>
                </a:lnTo>
                <a:lnTo>
                  <a:pt x="364312" y="223520"/>
                </a:lnTo>
                <a:lnTo>
                  <a:pt x="371551" y="219710"/>
                </a:lnTo>
                <a:lnTo>
                  <a:pt x="373875" y="215900"/>
                </a:lnTo>
                <a:lnTo>
                  <a:pt x="373875" y="208280"/>
                </a:lnTo>
                <a:lnTo>
                  <a:pt x="373875" y="176530"/>
                </a:lnTo>
                <a:lnTo>
                  <a:pt x="373875" y="168910"/>
                </a:lnTo>
                <a:lnTo>
                  <a:pt x="372630" y="166370"/>
                </a:lnTo>
                <a:lnTo>
                  <a:pt x="370446" y="163830"/>
                </a:lnTo>
                <a:lnTo>
                  <a:pt x="359194" y="157480"/>
                </a:lnTo>
                <a:lnTo>
                  <a:pt x="353669" y="157480"/>
                </a:lnTo>
                <a:lnTo>
                  <a:pt x="353669" y="177800"/>
                </a:lnTo>
                <a:lnTo>
                  <a:pt x="353669" y="196850"/>
                </a:lnTo>
                <a:lnTo>
                  <a:pt x="344487" y="196850"/>
                </a:lnTo>
                <a:lnTo>
                  <a:pt x="320954" y="207010"/>
                </a:lnTo>
                <a:lnTo>
                  <a:pt x="316763" y="208280"/>
                </a:lnTo>
                <a:lnTo>
                  <a:pt x="313245" y="207010"/>
                </a:lnTo>
                <a:lnTo>
                  <a:pt x="313245" y="186690"/>
                </a:lnTo>
                <a:lnTo>
                  <a:pt x="322427" y="187960"/>
                </a:lnTo>
                <a:lnTo>
                  <a:pt x="325450" y="186690"/>
                </a:lnTo>
                <a:lnTo>
                  <a:pt x="337527" y="181610"/>
                </a:lnTo>
                <a:lnTo>
                  <a:pt x="345960" y="177800"/>
                </a:lnTo>
                <a:lnTo>
                  <a:pt x="350164" y="176530"/>
                </a:lnTo>
                <a:lnTo>
                  <a:pt x="353669" y="177800"/>
                </a:lnTo>
                <a:lnTo>
                  <a:pt x="353669" y="157480"/>
                </a:lnTo>
                <a:lnTo>
                  <a:pt x="348208" y="157480"/>
                </a:lnTo>
                <a:lnTo>
                  <a:pt x="338086" y="158750"/>
                </a:lnTo>
                <a:lnTo>
                  <a:pt x="329387" y="162560"/>
                </a:lnTo>
                <a:lnTo>
                  <a:pt x="318135" y="167640"/>
                </a:lnTo>
                <a:lnTo>
                  <a:pt x="314426" y="168910"/>
                </a:lnTo>
                <a:lnTo>
                  <a:pt x="306844" y="161290"/>
                </a:lnTo>
                <a:lnTo>
                  <a:pt x="302602" y="161290"/>
                </a:lnTo>
                <a:lnTo>
                  <a:pt x="295363" y="163830"/>
                </a:lnTo>
                <a:lnTo>
                  <a:pt x="293039" y="167640"/>
                </a:lnTo>
                <a:lnTo>
                  <a:pt x="293039" y="266700"/>
                </a:lnTo>
                <a:lnTo>
                  <a:pt x="272834" y="275590"/>
                </a:lnTo>
                <a:lnTo>
                  <a:pt x="272834" y="166370"/>
                </a:lnTo>
                <a:lnTo>
                  <a:pt x="322211" y="116840"/>
                </a:lnTo>
                <a:lnTo>
                  <a:pt x="352602" y="86360"/>
                </a:lnTo>
                <a:lnTo>
                  <a:pt x="353669" y="83820"/>
                </a:lnTo>
                <a:lnTo>
                  <a:pt x="353669" y="58420"/>
                </a:lnTo>
                <a:lnTo>
                  <a:pt x="361784" y="54610"/>
                </a:lnTo>
                <a:lnTo>
                  <a:pt x="368185" y="48260"/>
                </a:lnTo>
                <a:lnTo>
                  <a:pt x="371779" y="40640"/>
                </a:lnTo>
                <a:lnTo>
                  <a:pt x="372376" y="39370"/>
                </a:lnTo>
                <a:lnTo>
                  <a:pt x="373875" y="30480"/>
                </a:lnTo>
                <a:lnTo>
                  <a:pt x="371754" y="20320"/>
                </a:lnTo>
                <a:lnTo>
                  <a:pt x="371487" y="19050"/>
                </a:lnTo>
                <a:lnTo>
                  <a:pt x="364998" y="8890"/>
                </a:lnTo>
                <a:lnTo>
                  <a:pt x="355358" y="2540"/>
                </a:lnTo>
                <a:lnTo>
                  <a:pt x="353669" y="2184"/>
                </a:lnTo>
                <a:lnTo>
                  <a:pt x="353669" y="25400"/>
                </a:lnTo>
                <a:lnTo>
                  <a:pt x="353669" y="35560"/>
                </a:lnTo>
                <a:lnTo>
                  <a:pt x="349135" y="40640"/>
                </a:lnTo>
                <a:lnTo>
                  <a:pt x="337997" y="40640"/>
                </a:lnTo>
                <a:lnTo>
                  <a:pt x="333463" y="35560"/>
                </a:lnTo>
                <a:lnTo>
                  <a:pt x="333463" y="25400"/>
                </a:lnTo>
                <a:lnTo>
                  <a:pt x="337997" y="20320"/>
                </a:lnTo>
                <a:lnTo>
                  <a:pt x="349135" y="20320"/>
                </a:lnTo>
                <a:lnTo>
                  <a:pt x="353669" y="25400"/>
                </a:lnTo>
                <a:lnTo>
                  <a:pt x="353669" y="2184"/>
                </a:lnTo>
                <a:lnTo>
                  <a:pt x="315633" y="19050"/>
                </a:lnTo>
                <a:lnTo>
                  <a:pt x="313245" y="30480"/>
                </a:lnTo>
                <a:lnTo>
                  <a:pt x="314756" y="39370"/>
                </a:lnTo>
                <a:lnTo>
                  <a:pt x="318947" y="48260"/>
                </a:lnTo>
                <a:lnTo>
                  <a:pt x="325348" y="54610"/>
                </a:lnTo>
                <a:lnTo>
                  <a:pt x="333463" y="58420"/>
                </a:lnTo>
                <a:lnTo>
                  <a:pt x="333463" y="76200"/>
                </a:lnTo>
                <a:lnTo>
                  <a:pt x="293039" y="116840"/>
                </a:lnTo>
                <a:lnTo>
                  <a:pt x="272834" y="96520"/>
                </a:lnTo>
                <a:lnTo>
                  <a:pt x="272834" y="78740"/>
                </a:lnTo>
                <a:lnTo>
                  <a:pt x="280949" y="74930"/>
                </a:lnTo>
                <a:lnTo>
                  <a:pt x="287350" y="68580"/>
                </a:lnTo>
                <a:lnTo>
                  <a:pt x="290944" y="60960"/>
                </a:lnTo>
                <a:lnTo>
                  <a:pt x="291541" y="59690"/>
                </a:lnTo>
                <a:lnTo>
                  <a:pt x="293039" y="50800"/>
                </a:lnTo>
                <a:lnTo>
                  <a:pt x="290918" y="40640"/>
                </a:lnTo>
                <a:lnTo>
                  <a:pt x="290652" y="39370"/>
                </a:lnTo>
                <a:lnTo>
                  <a:pt x="284149" y="29210"/>
                </a:lnTo>
                <a:lnTo>
                  <a:pt x="274510" y="22860"/>
                </a:lnTo>
                <a:lnTo>
                  <a:pt x="272834" y="22504"/>
                </a:lnTo>
                <a:lnTo>
                  <a:pt x="272834" y="44450"/>
                </a:lnTo>
                <a:lnTo>
                  <a:pt x="272834" y="55880"/>
                </a:lnTo>
                <a:lnTo>
                  <a:pt x="268300" y="60960"/>
                </a:lnTo>
                <a:lnTo>
                  <a:pt x="257149" y="60960"/>
                </a:lnTo>
                <a:lnTo>
                  <a:pt x="252615" y="55880"/>
                </a:lnTo>
                <a:lnTo>
                  <a:pt x="252615" y="44450"/>
                </a:lnTo>
                <a:lnTo>
                  <a:pt x="257149" y="40640"/>
                </a:lnTo>
                <a:lnTo>
                  <a:pt x="268300" y="40640"/>
                </a:lnTo>
                <a:lnTo>
                  <a:pt x="272834" y="44450"/>
                </a:lnTo>
                <a:lnTo>
                  <a:pt x="272834" y="22504"/>
                </a:lnTo>
                <a:lnTo>
                  <a:pt x="234797" y="39370"/>
                </a:lnTo>
                <a:lnTo>
                  <a:pt x="232410" y="50800"/>
                </a:lnTo>
                <a:lnTo>
                  <a:pt x="233921" y="59690"/>
                </a:lnTo>
                <a:lnTo>
                  <a:pt x="238099" y="68580"/>
                </a:lnTo>
                <a:lnTo>
                  <a:pt x="244500" y="74930"/>
                </a:lnTo>
                <a:lnTo>
                  <a:pt x="252615" y="78740"/>
                </a:lnTo>
                <a:lnTo>
                  <a:pt x="252615" y="104140"/>
                </a:lnTo>
                <a:lnTo>
                  <a:pt x="253682" y="106680"/>
                </a:lnTo>
                <a:lnTo>
                  <a:pt x="278752" y="132080"/>
                </a:lnTo>
                <a:lnTo>
                  <a:pt x="253682" y="156210"/>
                </a:lnTo>
                <a:lnTo>
                  <a:pt x="252615" y="158750"/>
                </a:lnTo>
                <a:lnTo>
                  <a:pt x="252615" y="284480"/>
                </a:lnTo>
                <a:lnTo>
                  <a:pt x="232410" y="293370"/>
                </a:lnTo>
                <a:lnTo>
                  <a:pt x="232410" y="189230"/>
                </a:lnTo>
                <a:lnTo>
                  <a:pt x="231343" y="186690"/>
                </a:lnTo>
                <a:lnTo>
                  <a:pt x="191985" y="147320"/>
                </a:lnTo>
                <a:lnTo>
                  <a:pt x="191985" y="99060"/>
                </a:lnTo>
                <a:lnTo>
                  <a:pt x="212204" y="71120"/>
                </a:lnTo>
                <a:lnTo>
                  <a:pt x="210083" y="60960"/>
                </a:lnTo>
                <a:lnTo>
                  <a:pt x="209816" y="59690"/>
                </a:lnTo>
                <a:lnTo>
                  <a:pt x="203314" y="49530"/>
                </a:lnTo>
                <a:lnTo>
                  <a:pt x="193675" y="43180"/>
                </a:lnTo>
                <a:lnTo>
                  <a:pt x="191985" y="42824"/>
                </a:lnTo>
                <a:lnTo>
                  <a:pt x="191985" y="64770"/>
                </a:lnTo>
                <a:lnTo>
                  <a:pt x="191985" y="76200"/>
                </a:lnTo>
                <a:lnTo>
                  <a:pt x="187464" y="81280"/>
                </a:lnTo>
                <a:lnTo>
                  <a:pt x="176314" y="81280"/>
                </a:lnTo>
                <a:lnTo>
                  <a:pt x="171780" y="76200"/>
                </a:lnTo>
                <a:lnTo>
                  <a:pt x="171780" y="64770"/>
                </a:lnTo>
                <a:lnTo>
                  <a:pt x="176314" y="60960"/>
                </a:lnTo>
                <a:lnTo>
                  <a:pt x="187464" y="60960"/>
                </a:lnTo>
                <a:lnTo>
                  <a:pt x="191985" y="64770"/>
                </a:lnTo>
                <a:lnTo>
                  <a:pt x="191985" y="42824"/>
                </a:lnTo>
                <a:lnTo>
                  <a:pt x="153962" y="59690"/>
                </a:lnTo>
                <a:lnTo>
                  <a:pt x="151574" y="71120"/>
                </a:lnTo>
                <a:lnTo>
                  <a:pt x="153085" y="80010"/>
                </a:lnTo>
                <a:lnTo>
                  <a:pt x="157264" y="88900"/>
                </a:lnTo>
                <a:lnTo>
                  <a:pt x="163664" y="95250"/>
                </a:lnTo>
                <a:lnTo>
                  <a:pt x="171780" y="99060"/>
                </a:lnTo>
                <a:lnTo>
                  <a:pt x="171780" y="154940"/>
                </a:lnTo>
                <a:lnTo>
                  <a:pt x="172847" y="157480"/>
                </a:lnTo>
                <a:lnTo>
                  <a:pt x="212204" y="196850"/>
                </a:lnTo>
                <a:lnTo>
                  <a:pt x="212204" y="302260"/>
                </a:lnTo>
                <a:lnTo>
                  <a:pt x="210058" y="303530"/>
                </a:lnTo>
                <a:lnTo>
                  <a:pt x="191985" y="303530"/>
                </a:lnTo>
                <a:lnTo>
                  <a:pt x="191985" y="248920"/>
                </a:lnTo>
                <a:lnTo>
                  <a:pt x="191985" y="209550"/>
                </a:lnTo>
                <a:lnTo>
                  <a:pt x="190931" y="207010"/>
                </a:lnTo>
                <a:lnTo>
                  <a:pt x="111150" y="127000"/>
                </a:lnTo>
                <a:lnTo>
                  <a:pt x="111150" y="58420"/>
                </a:lnTo>
                <a:lnTo>
                  <a:pt x="119278" y="54610"/>
                </a:lnTo>
                <a:lnTo>
                  <a:pt x="125666" y="48260"/>
                </a:lnTo>
                <a:lnTo>
                  <a:pt x="129260" y="40640"/>
                </a:lnTo>
                <a:lnTo>
                  <a:pt x="129870" y="39370"/>
                </a:lnTo>
                <a:lnTo>
                  <a:pt x="112839" y="2540"/>
                </a:lnTo>
                <a:lnTo>
                  <a:pt x="111150" y="2184"/>
                </a:lnTo>
                <a:lnTo>
                  <a:pt x="111150" y="25400"/>
                </a:lnTo>
                <a:lnTo>
                  <a:pt x="111150" y="35560"/>
                </a:lnTo>
                <a:lnTo>
                  <a:pt x="106616" y="40640"/>
                </a:lnTo>
                <a:lnTo>
                  <a:pt x="95478" y="40640"/>
                </a:lnTo>
                <a:lnTo>
                  <a:pt x="90944" y="35560"/>
                </a:lnTo>
                <a:lnTo>
                  <a:pt x="90944" y="25400"/>
                </a:lnTo>
                <a:lnTo>
                  <a:pt x="95478" y="20320"/>
                </a:lnTo>
                <a:lnTo>
                  <a:pt x="106616" y="20320"/>
                </a:lnTo>
                <a:lnTo>
                  <a:pt x="111150" y="25400"/>
                </a:lnTo>
                <a:lnTo>
                  <a:pt x="111150" y="2184"/>
                </a:lnTo>
                <a:lnTo>
                  <a:pt x="73126" y="19050"/>
                </a:lnTo>
                <a:lnTo>
                  <a:pt x="70739" y="30480"/>
                </a:lnTo>
                <a:lnTo>
                  <a:pt x="72250" y="39370"/>
                </a:lnTo>
                <a:lnTo>
                  <a:pt x="76428" y="48260"/>
                </a:lnTo>
                <a:lnTo>
                  <a:pt x="82829" y="54610"/>
                </a:lnTo>
                <a:lnTo>
                  <a:pt x="90944" y="58420"/>
                </a:lnTo>
                <a:lnTo>
                  <a:pt x="90944" y="134620"/>
                </a:lnTo>
                <a:lnTo>
                  <a:pt x="92011" y="137160"/>
                </a:lnTo>
                <a:lnTo>
                  <a:pt x="171780" y="215900"/>
                </a:lnTo>
                <a:lnTo>
                  <a:pt x="171780" y="248920"/>
                </a:lnTo>
                <a:lnTo>
                  <a:pt x="116408" y="193040"/>
                </a:lnTo>
                <a:lnTo>
                  <a:pt x="113830" y="191770"/>
                </a:lnTo>
                <a:lnTo>
                  <a:pt x="58889" y="191770"/>
                </a:lnTo>
                <a:lnTo>
                  <a:pt x="54521" y="184150"/>
                </a:lnTo>
                <a:lnTo>
                  <a:pt x="47980" y="177800"/>
                </a:lnTo>
                <a:lnTo>
                  <a:pt x="40424" y="174307"/>
                </a:lnTo>
                <a:lnTo>
                  <a:pt x="40424" y="196850"/>
                </a:lnTo>
                <a:lnTo>
                  <a:pt x="40424" y="208280"/>
                </a:lnTo>
                <a:lnTo>
                  <a:pt x="35890" y="212090"/>
                </a:lnTo>
                <a:lnTo>
                  <a:pt x="24739" y="212090"/>
                </a:lnTo>
                <a:lnTo>
                  <a:pt x="20205" y="208280"/>
                </a:lnTo>
                <a:lnTo>
                  <a:pt x="20205" y="196850"/>
                </a:lnTo>
                <a:lnTo>
                  <a:pt x="24739" y="191770"/>
                </a:lnTo>
                <a:lnTo>
                  <a:pt x="35890" y="191770"/>
                </a:lnTo>
                <a:lnTo>
                  <a:pt x="40424" y="196850"/>
                </a:lnTo>
                <a:lnTo>
                  <a:pt x="40424" y="174307"/>
                </a:lnTo>
                <a:lnTo>
                  <a:pt x="39751" y="173990"/>
                </a:lnTo>
                <a:lnTo>
                  <a:pt x="30314" y="171450"/>
                </a:lnTo>
                <a:lnTo>
                  <a:pt x="18529" y="173990"/>
                </a:lnTo>
                <a:lnTo>
                  <a:pt x="8890" y="180340"/>
                </a:lnTo>
                <a:lnTo>
                  <a:pt x="2387" y="190500"/>
                </a:lnTo>
                <a:lnTo>
                  <a:pt x="0" y="201930"/>
                </a:lnTo>
                <a:lnTo>
                  <a:pt x="2387" y="214630"/>
                </a:lnTo>
                <a:lnTo>
                  <a:pt x="8890" y="223520"/>
                </a:lnTo>
                <a:lnTo>
                  <a:pt x="18529" y="229870"/>
                </a:lnTo>
                <a:lnTo>
                  <a:pt x="30314" y="232410"/>
                </a:lnTo>
                <a:lnTo>
                  <a:pt x="39751" y="231140"/>
                </a:lnTo>
                <a:lnTo>
                  <a:pt x="47980" y="227330"/>
                </a:lnTo>
                <a:lnTo>
                  <a:pt x="54521" y="220980"/>
                </a:lnTo>
                <a:lnTo>
                  <a:pt x="58889" y="212090"/>
                </a:lnTo>
                <a:lnTo>
                  <a:pt x="106972" y="212090"/>
                </a:lnTo>
                <a:lnTo>
                  <a:pt x="171780" y="276860"/>
                </a:lnTo>
                <a:lnTo>
                  <a:pt x="171780" y="303530"/>
                </a:lnTo>
                <a:lnTo>
                  <a:pt x="164579" y="303530"/>
                </a:lnTo>
                <a:lnTo>
                  <a:pt x="164579" y="323850"/>
                </a:lnTo>
                <a:lnTo>
                  <a:pt x="151574" y="329666"/>
                </a:lnTo>
                <a:lnTo>
                  <a:pt x="151574" y="364490"/>
                </a:lnTo>
                <a:lnTo>
                  <a:pt x="151574" y="546100"/>
                </a:lnTo>
                <a:lnTo>
                  <a:pt x="135890" y="546100"/>
                </a:lnTo>
                <a:lnTo>
                  <a:pt x="131368" y="549910"/>
                </a:lnTo>
                <a:lnTo>
                  <a:pt x="131368" y="586740"/>
                </a:lnTo>
                <a:lnTo>
                  <a:pt x="20205" y="586740"/>
                </a:lnTo>
                <a:lnTo>
                  <a:pt x="20205" y="364490"/>
                </a:lnTo>
                <a:lnTo>
                  <a:pt x="151574" y="364490"/>
                </a:lnTo>
                <a:lnTo>
                  <a:pt x="151574" y="329666"/>
                </a:lnTo>
                <a:lnTo>
                  <a:pt x="119113" y="344170"/>
                </a:lnTo>
                <a:lnTo>
                  <a:pt x="20205" y="344170"/>
                </a:lnTo>
                <a:lnTo>
                  <a:pt x="20205" y="323850"/>
                </a:lnTo>
                <a:lnTo>
                  <a:pt x="164579" y="323850"/>
                </a:lnTo>
                <a:lnTo>
                  <a:pt x="164579" y="303530"/>
                </a:lnTo>
                <a:lnTo>
                  <a:pt x="4521" y="303530"/>
                </a:lnTo>
                <a:lnTo>
                  <a:pt x="0" y="307340"/>
                </a:lnTo>
                <a:lnTo>
                  <a:pt x="0" y="601980"/>
                </a:lnTo>
                <a:lnTo>
                  <a:pt x="4521" y="605790"/>
                </a:lnTo>
                <a:lnTo>
                  <a:pt x="601764" y="605790"/>
                </a:lnTo>
                <a:lnTo>
                  <a:pt x="606285" y="601980"/>
                </a:lnTo>
                <a:lnTo>
                  <a:pt x="606285" y="586740"/>
                </a:lnTo>
                <a:lnTo>
                  <a:pt x="606285" y="364490"/>
                </a:lnTo>
                <a:lnTo>
                  <a:pt x="606285" y="344170"/>
                </a:lnTo>
                <a:lnTo>
                  <a:pt x="606285" y="323850"/>
                </a:lnTo>
                <a:lnTo>
                  <a:pt x="606285" y="307340"/>
                </a:lnTo>
                <a:lnTo>
                  <a:pt x="601764" y="303530"/>
                </a:lnTo>
                <a:lnTo>
                  <a:pt x="586079" y="303530"/>
                </a:lnTo>
                <a:lnTo>
                  <a:pt x="586079" y="323850"/>
                </a:lnTo>
                <a:lnTo>
                  <a:pt x="586079" y="344170"/>
                </a:lnTo>
                <a:lnTo>
                  <a:pt x="586079" y="364490"/>
                </a:lnTo>
                <a:lnTo>
                  <a:pt x="586079" y="586740"/>
                </a:lnTo>
                <a:lnTo>
                  <a:pt x="474929" y="586740"/>
                </a:lnTo>
                <a:lnTo>
                  <a:pt x="474929" y="566420"/>
                </a:lnTo>
                <a:lnTo>
                  <a:pt x="474929" y="549910"/>
                </a:lnTo>
                <a:lnTo>
                  <a:pt x="470408" y="546100"/>
                </a:lnTo>
                <a:lnTo>
                  <a:pt x="454723" y="546100"/>
                </a:lnTo>
                <a:lnTo>
                  <a:pt x="454723" y="566420"/>
                </a:lnTo>
                <a:lnTo>
                  <a:pt x="454723" y="586740"/>
                </a:lnTo>
                <a:lnTo>
                  <a:pt x="151574" y="586740"/>
                </a:lnTo>
                <a:lnTo>
                  <a:pt x="151574" y="566420"/>
                </a:lnTo>
                <a:lnTo>
                  <a:pt x="454723" y="566420"/>
                </a:lnTo>
                <a:lnTo>
                  <a:pt x="454723" y="546100"/>
                </a:lnTo>
                <a:lnTo>
                  <a:pt x="454710" y="525780"/>
                </a:lnTo>
                <a:lnTo>
                  <a:pt x="454710" y="505460"/>
                </a:lnTo>
                <a:lnTo>
                  <a:pt x="454710" y="364490"/>
                </a:lnTo>
                <a:lnTo>
                  <a:pt x="586079" y="364490"/>
                </a:lnTo>
                <a:lnTo>
                  <a:pt x="586079" y="344170"/>
                </a:lnTo>
                <a:lnTo>
                  <a:pt x="487172" y="344170"/>
                </a:lnTo>
                <a:lnTo>
                  <a:pt x="441706" y="323850"/>
                </a:lnTo>
                <a:lnTo>
                  <a:pt x="586079" y="323850"/>
                </a:lnTo>
                <a:lnTo>
                  <a:pt x="586079" y="303530"/>
                </a:lnTo>
                <a:lnTo>
                  <a:pt x="495134" y="303530"/>
                </a:lnTo>
                <a:lnTo>
                  <a:pt x="495134" y="246380"/>
                </a:lnTo>
                <a:lnTo>
                  <a:pt x="509422" y="232410"/>
                </a:lnTo>
                <a:lnTo>
                  <a:pt x="527189" y="232410"/>
                </a:lnTo>
                <a:lnTo>
                  <a:pt x="531558" y="241300"/>
                </a:lnTo>
                <a:lnTo>
                  <a:pt x="538099" y="247650"/>
                </a:lnTo>
                <a:lnTo>
                  <a:pt x="546328" y="251460"/>
                </a:lnTo>
                <a:lnTo>
                  <a:pt x="555764" y="252730"/>
                </a:lnTo>
                <a:lnTo>
                  <a:pt x="567550" y="250190"/>
                </a:lnTo>
                <a:lnTo>
                  <a:pt x="577189" y="243840"/>
                </a:lnTo>
                <a:lnTo>
                  <a:pt x="583692" y="233680"/>
                </a:lnTo>
                <a:lnTo>
                  <a:pt x="586079" y="222250"/>
                </a:lnTo>
                <a:lnTo>
                  <a:pt x="583692" y="210820"/>
                </a:lnTo>
                <a:lnTo>
                  <a:pt x="577189" y="200660"/>
                </a:lnTo>
                <a:lnTo>
                  <a:pt x="567550" y="194310"/>
                </a:lnTo>
                <a:lnTo>
                  <a:pt x="565873" y="193954"/>
                </a:lnTo>
                <a:lnTo>
                  <a:pt x="565873" y="217170"/>
                </a:lnTo>
                <a:lnTo>
                  <a:pt x="565873" y="228600"/>
                </a:lnTo>
                <a:lnTo>
                  <a:pt x="561340" y="232410"/>
                </a:lnTo>
                <a:lnTo>
                  <a:pt x="550189" y="232410"/>
                </a:lnTo>
                <a:lnTo>
                  <a:pt x="545655" y="228600"/>
                </a:lnTo>
                <a:lnTo>
                  <a:pt x="545655" y="217170"/>
                </a:lnTo>
                <a:lnTo>
                  <a:pt x="550189" y="212090"/>
                </a:lnTo>
                <a:lnTo>
                  <a:pt x="561340" y="212090"/>
                </a:lnTo>
                <a:lnTo>
                  <a:pt x="565873" y="217170"/>
                </a:lnTo>
                <a:lnTo>
                  <a:pt x="565873" y="193954"/>
                </a:lnTo>
                <a:lnTo>
                  <a:pt x="555764" y="191770"/>
                </a:lnTo>
                <a:lnTo>
                  <a:pt x="546328" y="193040"/>
                </a:lnTo>
                <a:lnTo>
                  <a:pt x="538099" y="198120"/>
                </a:lnTo>
                <a:lnTo>
                  <a:pt x="531558" y="204470"/>
                </a:lnTo>
                <a:lnTo>
                  <a:pt x="527189" y="212090"/>
                </a:lnTo>
                <a:lnTo>
                  <a:pt x="502564" y="212090"/>
                </a:lnTo>
                <a:lnTo>
                  <a:pt x="499986" y="213360"/>
                </a:lnTo>
                <a:lnTo>
                  <a:pt x="475996" y="237490"/>
                </a:lnTo>
                <a:lnTo>
                  <a:pt x="474929" y="240030"/>
                </a:lnTo>
                <a:lnTo>
                  <a:pt x="474929" y="303530"/>
                </a:lnTo>
                <a:lnTo>
                  <a:pt x="454710" y="303530"/>
                </a:lnTo>
                <a:lnTo>
                  <a:pt x="454710" y="226060"/>
                </a:lnTo>
                <a:lnTo>
                  <a:pt x="502970" y="177800"/>
                </a:lnTo>
                <a:lnTo>
                  <a:pt x="529640" y="151130"/>
                </a:lnTo>
                <a:lnTo>
                  <a:pt x="557504" y="151130"/>
                </a:lnTo>
                <a:lnTo>
                  <a:pt x="561873" y="160020"/>
                </a:lnTo>
                <a:lnTo>
                  <a:pt x="568413" y="166370"/>
                </a:lnTo>
                <a:lnTo>
                  <a:pt x="576643" y="170180"/>
                </a:lnTo>
                <a:lnTo>
                  <a:pt x="586079" y="171450"/>
                </a:lnTo>
                <a:lnTo>
                  <a:pt x="597865" y="168910"/>
                </a:lnTo>
                <a:lnTo>
                  <a:pt x="607504" y="162560"/>
                </a:lnTo>
                <a:lnTo>
                  <a:pt x="614006" y="153670"/>
                </a:lnTo>
                <a:lnTo>
                  <a:pt x="616394" y="140970"/>
                </a:lnTo>
                <a:close/>
              </a:path>
            </a:pathLst>
          </a:custGeom>
          <a:solidFill>
            <a:srgbClr val="402626"/>
          </a:solidFill>
        </p:spPr>
        <p:txBody>
          <a:bodyPr wrap="square" lIns="0" tIns="0" rIns="0" bIns="0" rtlCol="0"/>
          <a:lstStyle/>
          <a:p>
            <a:endParaRPr sz="900"/>
          </a:p>
        </p:txBody>
      </p:sp>
    </p:spTree>
    <p:extLst>
      <p:ext uri="{BB962C8B-B14F-4D97-AF65-F5344CB8AC3E}">
        <p14:creationId xmlns:p14="http://schemas.microsoft.com/office/powerpoint/2010/main" val="64576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34753</TotalTime>
  <Words>454</Words>
  <Application>Microsoft Office PowerPoint</Application>
  <PresentationFormat>On-screen Show (4:3)</PresentationFormat>
  <Paragraphs>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pratyukt nag</cp:lastModifiedBy>
  <cp:revision>2300</cp:revision>
  <dcterms:created xsi:type="dcterms:W3CDTF">2010-04-09T07:36:15Z</dcterms:created>
  <dcterms:modified xsi:type="dcterms:W3CDTF">2026-04-28T19:15:02Z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